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0d9809f6aa4669" /><Relationship Type="http://schemas.openxmlformats.org/officeDocument/2006/relationships/extended-properties" Target="/docProps/app.xml" Id="R0b77acf4619141ee" /><Relationship Type="http://schemas.openxmlformats.org/officeDocument/2006/relationships/officeDocument" Target="/ppt/presentation.xml" Id="R2cf26f1d1a5146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556509f9a4aa3"/>
  </p:sldMasterIdLst>
  <p:notesMasterIdLst>
    <p:notesMasterId xmlns:r="http://schemas.openxmlformats.org/officeDocument/2006/relationships" r:id="Ra401cb43cf5e48ec"/>
  </p:notesMasterIdLst>
  <p:sldIdLst>
    <p:sldId xmlns:r="http://schemas.openxmlformats.org/officeDocument/2006/relationships" id="256" r:id="R5842916ea3d24f61"/>
    <p:sldId xmlns:r="http://schemas.openxmlformats.org/officeDocument/2006/relationships" id="257" r:id="R564b90396a7749f6"/>
    <p:sldId xmlns:r="http://schemas.openxmlformats.org/officeDocument/2006/relationships" id="258" r:id="Racf056bd0d6a4dd5"/>
    <p:sldId xmlns:r="http://schemas.openxmlformats.org/officeDocument/2006/relationships" id="259" r:id="Rb4fe6d15415d456a"/>
    <p:sldId xmlns:r="http://schemas.openxmlformats.org/officeDocument/2006/relationships" id="260" r:id="Rd74e99e67d8f4a4a"/>
    <p:sldId xmlns:r="http://schemas.openxmlformats.org/officeDocument/2006/relationships" id="261" r:id="Rb1559f59087a4efa"/>
    <p:sldId xmlns:r="http://schemas.openxmlformats.org/officeDocument/2006/relationships" id="262" r:id="Rd8c158410adf4c37"/>
    <p:sldId xmlns:r="http://schemas.openxmlformats.org/officeDocument/2006/relationships" id="263" r:id="R1ea183948768492f"/>
    <p:sldId xmlns:r="http://schemas.openxmlformats.org/officeDocument/2006/relationships" id="264" r:id="R51433e898bee4eb8"/>
    <p:sldId xmlns:r="http://schemas.openxmlformats.org/officeDocument/2006/relationships" id="265" r:id="R72a6849b28574046"/>
    <p:sldId xmlns:r="http://schemas.openxmlformats.org/officeDocument/2006/relationships" id="266" r:id="Rbdb5fdb9847447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919c7971974228" /><Relationship Type="http://schemas.openxmlformats.org/officeDocument/2006/relationships/slideMaster" Target="/ppt/slideMasters/slideMaster1.xml" Id="R730556509f9a4aa3" /><Relationship Type="http://schemas.openxmlformats.org/officeDocument/2006/relationships/notesMaster" Target="/ppt/notesMasters/notesMaster1.xml" Id="Ra401cb43cf5e48ec" /><Relationship Type="http://schemas.openxmlformats.org/officeDocument/2006/relationships/presProps" Target="/ppt/presProps.xml" Id="R7bcdae77078d4a2e" /><Relationship Type="http://schemas.openxmlformats.org/officeDocument/2006/relationships/tableStyles" Target="/ppt/tableStyles.xml" Id="Reb9559b05549475f" /><Relationship Type="http://schemas.openxmlformats.org/officeDocument/2006/relationships/slide" Target="/ppt/slides/slide1.xml" Id="R5842916ea3d24f61" /><Relationship Type="http://schemas.openxmlformats.org/officeDocument/2006/relationships/slide" Target="/ppt/slides/slide2.xml" Id="R564b90396a7749f6" /><Relationship Type="http://schemas.openxmlformats.org/officeDocument/2006/relationships/slide" Target="/ppt/slides/slide3.xml" Id="Racf056bd0d6a4dd5" /><Relationship Type="http://schemas.openxmlformats.org/officeDocument/2006/relationships/slide" Target="/ppt/slides/slide4.xml" Id="Rb4fe6d15415d456a" /><Relationship Type="http://schemas.openxmlformats.org/officeDocument/2006/relationships/slide" Target="/ppt/slides/slide5.xml" Id="Rd74e99e67d8f4a4a" /><Relationship Type="http://schemas.openxmlformats.org/officeDocument/2006/relationships/slide" Target="/ppt/slides/slide6.xml" Id="Rb1559f59087a4efa" /><Relationship Type="http://schemas.openxmlformats.org/officeDocument/2006/relationships/slide" Target="/ppt/slides/slide7.xml" Id="Rd8c158410adf4c37" /><Relationship Type="http://schemas.openxmlformats.org/officeDocument/2006/relationships/slide" Target="/ppt/slides/slide8.xml" Id="R1ea183948768492f" /><Relationship Type="http://schemas.openxmlformats.org/officeDocument/2006/relationships/slide" Target="/ppt/slides/slide9.xml" Id="R51433e898bee4eb8" /><Relationship Type="http://schemas.openxmlformats.org/officeDocument/2006/relationships/slide" Target="/ppt/slides/slide10.xml" Id="R72a6849b28574046" /><Relationship Type="http://schemas.openxmlformats.org/officeDocument/2006/relationships/slide" Target="/ppt/slides/slide11.xml" Id="Rbdb5fdb9847447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341582626f46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76e8933214dfe" /><Relationship Type="http://schemas.openxmlformats.org/officeDocument/2006/relationships/notesMaster" Target="/ppt/notesMasters/notesMaster1.xml" Id="R6220925528e6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00b9947c0840d6" /><Relationship Type="http://schemas.openxmlformats.org/officeDocument/2006/relationships/notesMaster" Target="/ppt/notesMasters/notesMaster1.xml" Id="R4edbc09745774c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f591f664dd4378" /><Relationship Type="http://schemas.openxmlformats.org/officeDocument/2006/relationships/notesMaster" Target="/ppt/notesMasters/notesMaster1.xml" Id="R4c1e3a14b126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305e69ef947c8" /><Relationship Type="http://schemas.openxmlformats.org/officeDocument/2006/relationships/notesMaster" Target="/ppt/notesMasters/notesMaster1.xml" Id="R57172d1ffe0748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4c8ab058414ec2" /><Relationship Type="http://schemas.openxmlformats.org/officeDocument/2006/relationships/notesMaster" Target="/ppt/notesMasters/notesMaster1.xml" Id="R56961e20454643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f49ec598334183" /><Relationship Type="http://schemas.openxmlformats.org/officeDocument/2006/relationships/notesMaster" Target="/ppt/notesMasters/notesMaster1.xml" Id="Rfaaaa63549764f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bf415715147a9" /><Relationship Type="http://schemas.openxmlformats.org/officeDocument/2006/relationships/notesMaster" Target="/ppt/notesMasters/notesMaster1.xml" Id="Rd277db1c9e2145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770e4450244874" /><Relationship Type="http://schemas.openxmlformats.org/officeDocument/2006/relationships/notesMaster" Target="/ppt/notesMasters/notesMaster1.xml" Id="R47796cca96db42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ee7bcd1c6d4792" /><Relationship Type="http://schemas.openxmlformats.org/officeDocument/2006/relationships/notesMaster" Target="/ppt/notesMasters/notesMaster1.xml" Id="R9007a05262174f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0a4fa863f34858" /><Relationship Type="http://schemas.openxmlformats.org/officeDocument/2006/relationships/notesMaster" Target="/ppt/notesMasters/notesMaster1.xml" Id="R84e2ba3d8a534c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37625eb65d4387" /><Relationship Type="http://schemas.openxmlformats.org/officeDocument/2006/relationships/notesMaster" Target="/ppt/notesMasters/notesMaster1.xml" Id="R94608c07530b4a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Correctitud y casos de aceptación. Completo (4): Superar todos los casos acordados, incluidos fronteras y errores, y explicar las salidas. Parcial (2): Resolver los casos normales, pero fallar al menos una frontera o un error. No logrado (0): No obtener resultados válidos en los casos normales.</a:t>
            </a:r>
          </a:p>
          <a:p xmlns:a="http://schemas.openxmlformats.org/drawingml/2006/main">
            <a:r>
              <a:t>Diseño y organización. Completo (2): Separar responsabilidades y respetar contratos, estructuras y restricciones de la guía. Parcial (1): Presentar una solución comprensible con responsabilidades mezcladas o un contrato incompleto. No logrado (0): Omitir el diseño o incumplir la estructura requerida de forma que impida revisarlo.</a:t>
            </a:r>
          </a:p>
          <a:p xmlns:a="http://schemas.openxmlformats.org/drawingml/2006/main">
            <a:r>
              <a:t>Evidencia reproducible. Completo (2): Incluir entradas, resultados reales, comandos, versión y referencias a commits que permitan repetir las pruebas. Parcial (1): Incluir pruebas reales, pero omitir comandos, entradas o identificación del cambio. No logrado (0): No aportar evidencia ejecutable o presentar resultados que no corresponden al programa.</a:t>
            </a:r>
          </a:p>
          <a:p xmlns:a="http://schemas.openxmlformats.org/drawingml/2006/main">
            <a:r>
              <a:t>Defensa técnica. Completo (1): Explicar el flujo y realizar una modificación pequeña con una prueba nueva. Parcial (0.5): Explicar parcialmente el flujo o necesitar ayuda para completar la modificación. No logrado (0): No explicar las decisiones ni relacionarlas con el código presentado.</a:t>
            </a:r>
          </a:p>
          <a:p xmlns:a="http://schemas.openxmlformats.org/drawingml/2006/main">
            <a:r>
              <a:t>Informe y conclusiones. Completo (1): Registrar resultados, limitaciones, conclusiones ligadas a pruebas y una recomendación concreta. Parcial (0.5): Entregar informe con resultados pero conclusiones o recomendaciones genéricas. No logrado (0): Omitir el informe o no relacionarlo con la práctica.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0cb86fe644e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40ea839fca4291" /><Relationship Type="http://schemas.openxmlformats.org/officeDocument/2006/relationships/slideLayout" Target="/ppt/slideLayouts/slideLayout1.xml" Id="Rb36d505f84c741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d505f84c741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3347f29ad4ec5" /><Relationship Type="http://schemas.openxmlformats.org/officeDocument/2006/relationships/image" Target="/ppt/media/image.png" Id="Rbded681919b44798" /><Relationship Type="http://schemas.openxmlformats.org/officeDocument/2006/relationships/notesSlide" Target="/ppt/notesSlides/notesSlide1.xml" Id="Re0f19dd327834e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8d6190a7c4068" /><Relationship Type="http://schemas.openxmlformats.org/officeDocument/2006/relationships/notesSlide" Target="/ppt/notesSlides/notesSlide2.xml" Id="R85f6bcaad93c46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41ed215c54536" /><Relationship Type="http://schemas.openxmlformats.org/officeDocument/2006/relationships/notesSlide" Target="/ppt/notesSlides/notesSlide3.xml" Id="R3581c6724a2c43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e062d0d4143c0" /><Relationship Type="http://schemas.openxmlformats.org/officeDocument/2006/relationships/notesSlide" Target="/ppt/notesSlides/notesSlide4.xml" Id="R72c73141f05341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ca74e2afd4518" /><Relationship Type="http://schemas.openxmlformats.org/officeDocument/2006/relationships/notesSlide" Target="/ppt/notesSlides/notesSlide5.xml" Id="R75b9aa9784404e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dc4ec9a26e4c9e" /><Relationship Type="http://schemas.openxmlformats.org/officeDocument/2006/relationships/notesSlide" Target="/ppt/notesSlides/notesSlide6.xml" Id="R350d3e2824de41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8668b75c14c2a" /><Relationship Type="http://schemas.openxmlformats.org/officeDocument/2006/relationships/notesSlide" Target="/ppt/notesSlides/notesSlide7.xml" Id="R93dd5695104f44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6e7138f9e4faa" /><Relationship Type="http://schemas.openxmlformats.org/officeDocument/2006/relationships/notesSlide" Target="/ppt/notesSlides/notesSlide8.xml" Id="R2bcf0d41eac041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821e821ad4b27" /><Relationship Type="http://schemas.openxmlformats.org/officeDocument/2006/relationships/notesSlide" Target="/ppt/notesSlides/notesSlide9.xml" Id="R06feceeb701248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10b618aa14e45" /><Relationship Type="http://schemas.openxmlformats.org/officeDocument/2006/relationships/notesSlide" Target="/ppt/notesSlides/notesSlide10.xml" Id="Rc885f94c5d2645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1184c959e4473" /><Relationship Type="http://schemas.openxmlformats.org/officeDocument/2006/relationships/notesSlide" Target="/ppt/notesSlides/notesSlide11.xml" Id="R4c9f7a8e63244d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d681919b44798"/>
          <a:stretch xmlns:a="http://schemas.openxmlformats.org/drawingml/2006/main"/>
        </p:blipFill>
        <p:spPr>
          <a:xfrm xmlns:a="http://schemas.openxmlformats.org/drawingml/2006/main">
            <a:off x="609600" y="452158"/>
            <a:ext cx="7239000" cy="119118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12B5-029D-4245-8C45-956AB23A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0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Programación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7FEF3-805D-4821-9F03-F7BC2F3F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Reglas de acceso y tablas de verdad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1197E-C0B5-4AF2-ADBD-EB06C23E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390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62E1F-BF27-4CD6-9032-51DECDDB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81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Unidad 1 · PL1.1 ·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AFAF1-5BC3-480F-AD97-8B9D2F4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293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Ing. Pablo Torres, Mgtr.</a:t>
            </a:r>
          </a:p>
        </p:txBody>
      </p:sp>
    </p:spTree>
    <p:extLst>
      <p:ext uri="{BB962C8B-B14F-4D97-AF65-F5344CB8AC3E}">
        <p14:creationId xmlns:p14="http://schemas.microsoft.com/office/powerpoint/2010/main" val="881451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1B7E5-F22E-4006-A713-2A598EBA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5C2B5-6001-4295-A83F-643DEDA0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Problema del laboratorio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D0484-4295-4306-A096-AA639A36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8CA18-36AB-4FE1-B482-0D79F122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4E535-F587-419E-A898-076DBB23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6FC84-BCA0-4C7B-8A2A-5F3C6287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Una sala permite ingresar cuando existe credencial vigente y reserva, o autorización del responsable. Si existe bloqueo de seguridad, denegar siempre. Diseñar y comprobar la política con cuatro variables booleanas.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73F6-180D-4E01-B902-AF6A14F4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Estimación docente: 2 horas · Actividad independiente</a:t>
            </a:r>
          </a:p>
        </p:txBody>
      </p:sp>
    </p:spTree>
    <p:extLst>
      <p:ext uri="{BB962C8B-B14F-4D97-AF65-F5344CB8AC3E}">
        <p14:creationId xmlns:p14="http://schemas.microsoft.com/office/powerpoint/2010/main" val="2052109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657AF-979F-4C99-9862-E47DD52B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67C64-700E-4662-886B-9EC70610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Objetivos y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ECE03-9B4C-48B6-848B-620436CB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EAB10-2976-4801-BA81-31582148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362EC-B630-4FBB-89AF-909E0BC0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5619E-BAB0-4331-A44D-D0337322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F9ED5-750A-456A-A17A-8C48F9F5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14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Formalizar una política mediante expresiones booleanas.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241ED-E396-4118-A3B4-473CA9C5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66FC1-B9A3-4C67-8FE8-AEE6750C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38500"/>
            <a:ext cx="9525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Verificar equivalencias y explicar casos límite.</a:t>
            </a:r>
          </a:p>
        </p:txBody>
      </p:sp>
    </p:spTree>
    <p:extLst>
      <p:ext uri="{BB962C8B-B14F-4D97-AF65-F5344CB8AC3E}">
        <p14:creationId xmlns:p14="http://schemas.microsoft.com/office/powerpoint/2010/main" val="613486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E90FE-B0DB-4F30-9FE3-1DC6529D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BBC01-CDCE-491D-A7F1-6162AF44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B9649-9009-4B7B-B39A-FA2015E2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7BDB06-8E8F-41A0-BAF1-755C1F36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C8652-0FD4-40F8-92E5-FF9A0990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EFD43-380A-46CF-9A5C-95C9D90B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1. Analizar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08C1A-F3AE-479A-85D0-D48AA0F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Definir proposiciones, prioridad del bloqueo y salida. Escribir dos casos que suelen confundirse.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A542A-314D-4517-B7A6-498EDCB8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2. Diseñar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A9C49-7782-46CF-979B-340FF19A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Construir tabla completa y una expresión equivalente utilizando De Morgan para la denegación.</a:t>
            </a:r>
          </a:p>
        </p:txBody>
      </p:sp>
    </p:spTree>
    <p:extLst>
      <p:ext uri="{BB962C8B-B14F-4D97-AF65-F5344CB8AC3E}">
        <p14:creationId xmlns:p14="http://schemas.microsoft.com/office/powerpoint/2010/main" val="18616151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51536-B988-440E-AA4B-0A8929B1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244D5-0D58-46AF-9F83-8E50ED93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Fases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DA6C4-64D5-4627-9EEF-95CFF0BF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FF7AF-8365-47E5-96C3-A8ECC772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6BE96-A861-493C-9F31-AD105E52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A5C33-0B01-49FC-979B-1E48D783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3. Implementar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37712-7514-4F13-B104-5C28087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Codificar la expresión en Python y contrastar las 16 filas con la tabla manual.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FD4F9-F91D-4D7E-AE81-AA76C55B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4. Verificar y defender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6B4C7-0827-4ED5-8D19-8917090C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29125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discrepancias, corregir y demostrar el efecto de cambiar la regla de autorización.</a:t>
            </a:r>
          </a:p>
        </p:txBody>
      </p:sp>
    </p:spTree>
    <p:extLst>
      <p:ext uri="{BB962C8B-B14F-4D97-AF65-F5344CB8AC3E}">
        <p14:creationId xmlns:p14="http://schemas.microsoft.com/office/powerpoint/2010/main" val="1951572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AC968F-981E-45D6-ACE4-DF0EF6FF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E55F0-B604-4062-8D3A-FA72B0B3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Requisitos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DE410-A092-4378-820F-944B731B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FE5E5-CF41-4DBD-8D25-925D0D8B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DA5BE-8DD4-4016-9B54-8802131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E4CD1-A7A4-4883-BFF0-436B9116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575AC-E1A9-47B7-BD5B-A4EBF6C2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7637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Usar únicamente valores booleanos para las cuatro condiciones.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537D9-3C1C-40C4-8B47-F8E66B2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A4282-908B-4A53-88FE-177531AB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5270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Entregar tabla manual de 16 filas y expresión original y simplificada.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7B194-6C30-4C76-9D56-D151AF2F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12134-7A4B-4B7F-B884-984E5A25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29025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Usar Python para contrastar cada fila. Se permite escribir casos explícitos sin ciclos.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C0FDE-58DF-4D5C-A8CD-792591D9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E5E70-2149-460C-B879-6F858A52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05350"/>
            <a:ext cx="9525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No conectar la solución con servicios de acceso reales.</a:t>
            </a:r>
          </a:p>
        </p:txBody>
      </p:sp>
    </p:spTree>
    <p:extLst>
      <p:ext uri="{BB962C8B-B14F-4D97-AF65-F5344CB8AC3E}">
        <p14:creationId xmlns:p14="http://schemas.microsoft.com/office/powerpoint/2010/main" val="1636557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157B0-8BED-41CB-919B-0DEAAF48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769D9-D95C-422C-B589-DAFC8F95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Casos de aceptación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72188-6B3B-4431-ABB9-D1DECE18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C73FE-1CEB-4675-BD80-66A948AA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376F8-3B01-41C4-A943-E06674EE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1E20B-6E20-4039-A74D-F7FD683A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credencial=0,reserva=0,autorización=0,bloqueo=0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1D695-0F66-4523-9643-AF97F039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denegar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6A63E-A706-4C81-91E5-097B6878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1,1,0,0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79CC5C-49E3-4340-B608-ED541E57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permitir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F735F-8E52-41F6-A32C-DCB93413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0,0,1,0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DEDDE-A485-4AEF-85EE-510BBC4E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671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permitir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5D4BC-07D1-478D-BF6A-1D752689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1,1,1,1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BC957-6183-47B1-9DC6-7769FD0B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1487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denegar</a:t>
            </a:r>
          </a:p>
        </p:txBody>
      </p:sp>
    </p:spTree>
    <p:extLst>
      <p:ext uri="{BB962C8B-B14F-4D97-AF65-F5344CB8AC3E}">
        <p14:creationId xmlns:p14="http://schemas.microsoft.com/office/powerpoint/2010/main" val="631581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21E19-38D0-4BCA-BE77-C1FC2FF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C0C56-2680-4721-9CE7-67B3FCE7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Entregables y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A4F37-DD59-4C09-BC33-E824A6A7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C13D8-5A1D-4A84-B021-5284359E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D6490-F2E2-445D-BDC2-87BEB460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C7FFE-17DF-44CC-A79A-77B6120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B8FBF-E869-4406-ABE6-EBBA1031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287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reglas.py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7CBFC-6D43-43B3-8F9D-EA9C8495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99C5F-77F3-41B0-89FC-C696C12D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050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tabla-verdad.csv con 16 filas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D4734-2E4A-4291-AA44-F58B019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79A50-3D43-4EA9-9DDD-0718D093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813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informe.md y evidencias/PL1.1.md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38E3E-673C-43E7-B7CE-3EB3043D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A5F12-9CE1-4B5A-B1BE-96E5417C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5765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presentación de la solución con tabla y dos casos explicados</a:t>
            </a:r>
          </a:p>
        </p:txBody>
      </p:sp>
    </p:spTree>
    <p:extLst>
      <p:ext uri="{BB962C8B-B14F-4D97-AF65-F5344CB8AC3E}">
        <p14:creationId xmlns:p14="http://schemas.microsoft.com/office/powerpoint/2010/main" val="1465638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BE65C-97FB-4BF2-9009-000499DB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2D5A9-54D0-4AD5-B672-4247D09F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Evaluación sobre 10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C73A8-40B3-43E6-8143-14275F07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6C6BF-F49D-4AC3-B57A-5A8BD2E8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5CE65-3E7F-425D-AC64-98AAB1A9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4808E-35D1-43DE-8C69-FF066455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65162-E533-4028-A7E1-8BE046F1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954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Correctitud y casos de aceptación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904E7-12F9-49D5-A0D6-7D908E5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A2D48-AB68-48AD-A41A-C31C23D4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336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Diseño y organización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BE1A6-F9CA-4F67-B22B-C9708B57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243E7-8EC6-4E15-9782-D1032039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718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Evidencia reproducible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E033A-9B68-4561-82C8-5D8F03DF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124DC-B43B-45C0-BE4F-71E1A749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00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Defensa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47BE5-6C9B-4BEB-A533-DC1540AB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B43D3-9D3F-4AA4-BD11-9609F6F4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48225"/>
            <a:ext cx="942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Informe y conclusiones</a:t>
            </a:r>
          </a:p>
        </p:txBody>
      </p:sp>
    </p:spTree>
    <p:extLst>
      <p:ext uri="{BB962C8B-B14F-4D97-AF65-F5344CB8AC3E}">
        <p14:creationId xmlns:p14="http://schemas.microsoft.com/office/powerpoint/2010/main" val="813508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F70C3-D94E-4323-8452-23090D15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659E1-76A1-402B-9E62-6C0C4595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Defensa de la solución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DF391-242C-460C-8487-D958296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A22AE-A1D8-4EC3-A81F-75DF509D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17DE0-589C-408E-B003-FE3C61C4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1B8C9-67D0-4602-BCC4-0DA24872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039F3-AA10-4B4C-9A00-26BDB1DE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por qué el bloqueo afecta a toda la expresión.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DFF94-94B9-4A99-9F97-8B39138F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19527-57B6-4C2C-ABE6-DD0E9404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Negar la autorización sin cambiar el significado de las otras condiciones.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BE86F-C596-47DF-AE49-426A76C8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1B7AF-2D27-4BA5-875D-DD86F3C1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9577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Justificar una equivalencia con todas las filas.</a:t>
            </a:r>
          </a:p>
        </p:txBody>
      </p:sp>
    </p:spTree>
    <p:extLst>
      <p:ext uri="{BB962C8B-B14F-4D97-AF65-F5344CB8AC3E}">
        <p14:creationId xmlns:p14="http://schemas.microsoft.com/office/powerpoint/2010/main" val="1893285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D376-9916-4FE9-B30C-C266A641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0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7A420-307C-43C1-8CFC-D19FA181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8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03772"/>
                </a:solidFill>
                <a:latin typeface="DejaVu Sans"/>
                <a:ea typeface="DejaVu Sans"/>
                <a:cs typeface="DejaVu Sans"/>
              </a:rPr>
              <a:t>Resultados y 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59234-CA95-4E38-BD30-4039DCA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1ECE9-87E1-4909-BD98-39C7BDDC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38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Programación · PL1.1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F23FD-43FE-4EF7-B5CA-FCE3906A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C5B5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F4B66-AD57-4DB4-B370-06FAD2CC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6FE2D-530C-4EC1-B0EE-492C0F8F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6687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Registrar entradas, salidas reales, comandos y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9A22E-49B1-4FE9-8896-7E9C6165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22A32-47A5-4377-AA27-05088FD6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Explicar una decisión de diseño mediante un caso ejecutado.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F1DE4-28F2-4AC7-926E-71759147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61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65B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11A46-EAD4-4544-B3A9-9509723F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525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403F3B"/>
                </a:solidFill>
                <a:latin typeface="DejaVu Sans"/>
                <a:ea typeface="DejaVu Sans"/>
                <a:cs typeface="DejaVu Sans"/>
              </a:rPr>
              <a:t>Presentar limitaciones y una mejora concreta.</a:t>
            </a:r>
          </a:p>
        </p:txBody>
      </p:sp>
    </p:spTree>
    <p:extLst>
      <p:ext uri="{BB962C8B-B14F-4D97-AF65-F5344CB8AC3E}">
        <p14:creationId xmlns:p14="http://schemas.microsoft.com/office/powerpoint/2010/main" val="400823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2026-09-25T21:16:23.2290000Z</dcterms:created>
  <dcterms:modified xsi:type="dcterms:W3CDTF">2026-09-25T21:16:23.2290000Z</dcterms:modified>
</coreProperties>
</file>