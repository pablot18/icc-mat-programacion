
<file path=[Content_Types].xml><?xml version="1.0" encoding="utf-8"?>
<Types xmlns="http://schemas.openxmlformats.org/package/2006/content-types">
  <Default Extension="xml" ContentType="application/vnd.openxmlformats-package.core-properties+xml"/>
  <Default Extension="png" ContentType="image/png"/>
  <Default Extension="rels" ContentType="application/vnd.openxmlformats-package.relationships+xml"/>
  <Override PartName="/docProps/app.xml" ContentType="application/vnd.openxmlformats-officedocument.extended-properties+xml"/>
  <Override PartName="/ppt/presentation.xml" ContentType="application/vnd.openxmlformats-officedocument.presentationml.presentation.main+xml"/>
  <Override PartName="/ppt/theme/theme1.xml" ContentType="application/vnd.openxmlformats-officedocument.theme+xml"/>
  <Override PartName="/ppt/slideMasters/slideMaster1.xml" ContentType="application/vnd.openxmlformats-officedocument.presentationml.slideMaster+xml"/>
  <Override PartName="/ppt/slideMasters/theme/theme2.xml" ContentType="application/vnd.openxmlformats-officedocument.theme+xml"/>
  <Override PartName="/ppt/slideLayouts/slideLayout1.xml" ContentType="application/vnd.openxmlformats-officedocument.presentationml.slideLayout+xml"/>
  <Override PartName="/ppt/notesMasters/notesMaster1.xml" ContentType="application/vnd.openxmlformats-officedocument.presentationml.notesMaster+xml"/>
  <Override PartName="/ppt/notesMasters/theme/theme3.xml" ContentType="application/vnd.openxmlformats-officedocument.theme+xml"/>
  <Override PartName="/ppt/presProps.xml" ContentType="application/vnd.openxmlformats-officedocument.presentationml.presProps+xml"/>
  <Override PartName="/ppt/tableStyles.xml" ContentType="application/vnd.openxmlformats-officedocument.presentationml.tableStyles+xml"/>
  <Override PartName="/ppt/slides/slide1.xml" ContentType="application/vnd.openxmlformats-officedocument.presentationml.slide+xml"/>
  <Override PartName="/ppt/notesSlides/notesSlide1.xml" ContentType="application/vnd.openxmlformats-officedocument.presentationml.notesSlide+xml"/>
  <Override PartName="/ppt/slides/slide2.xml" ContentType="application/vnd.openxmlformats-officedocument.presentationml.slide+xml"/>
  <Override PartName="/ppt/notesSlides/notesSlide2.xml" ContentType="application/vnd.openxmlformats-officedocument.presentationml.notesSlide+xml"/>
  <Override PartName="/ppt/slides/slide3.xml" ContentType="application/vnd.openxmlformats-officedocument.presentationml.slide+xml"/>
  <Override PartName="/ppt/notesSlides/notesSlide3.xml" ContentType="application/vnd.openxmlformats-officedocument.presentationml.notesSlide+xml"/>
  <Override PartName="/ppt/slides/slide4.xml" ContentType="application/vnd.openxmlformats-officedocument.presentationml.slide+xml"/>
  <Override PartName="/ppt/notesSlides/notesSlide4.xml" ContentType="application/vnd.openxmlformats-officedocument.presentationml.notesSlide+xml"/>
  <Override PartName="/ppt/slides/slide5.xml" ContentType="application/vnd.openxmlformats-officedocument.presentationml.slide+xml"/>
  <Override PartName="/ppt/notesSlides/notesSlide5.xml" ContentType="application/vnd.openxmlformats-officedocument.presentationml.notesSlide+xml"/>
  <Override PartName="/ppt/slides/slide6.xml" ContentType="application/vnd.openxmlformats-officedocument.presentationml.slide+xml"/>
  <Override PartName="/ppt/notesSlides/notesSlide6.xml" ContentType="application/vnd.openxmlformats-officedocument.presentationml.notesSlide+xml"/>
  <Override PartName="/ppt/slides/slide7.xml" ContentType="application/vnd.openxmlformats-officedocument.presentationml.slide+xml"/>
  <Override PartName="/ppt/notesSlides/notesSlide7.xml" ContentType="application/vnd.openxmlformats-officedocument.presentationml.notesSlide+xml"/>
  <Override PartName="/ppt/slides/slide8.xml" ContentType="application/vnd.openxmlformats-officedocument.presentationml.slide+xml"/>
  <Override PartName="/ppt/notesSlides/notesSlide8.xml" ContentType="application/vnd.openxmlformats-officedocument.presentationml.notesSlide+xml"/>
  <Override PartName="/ppt/slides/slide9.xml" ContentType="application/vnd.openxmlformats-officedocument.presentationml.slide+xml"/>
  <Override PartName="/ppt/notesSlides/notesSlide9.xml" ContentType="application/vnd.openxmlformats-officedocument.presentationml.notesSlide+xml"/>
  <Override PartName="/ppt/slides/slide10.xml" ContentType="application/vnd.openxmlformats-officedocument.presentationml.slide+xml"/>
  <Override PartName="/ppt/notesSlides/notesSlide10.xml" ContentType="application/vnd.openxmlformats-officedocument.presentationml.notesSlide+xml"/>
  <Override PartName="/ppt/slides/slide11.xml" ContentType="application/vnd.openxmlformats-officedocument.presentationml.slide+xml"/>
  <Override PartName="/ppt/notesSlides/notesSlide11.xml" ContentType="application/vnd.openxmlformats-officedocument.presentationml.notesSlide+xml"/>
  <Override PartName="/ppt/slides/slide12.xml" ContentType="application/vnd.openxmlformats-officedocument.presentationml.slide+xml"/>
  <Override PartName="/ppt/notesSlides/notesSlide12.xml" ContentType="application/vnd.openxmlformats-officedocument.presentationml.notesSlide+xml"/>
</Types>
</file>

<file path=_rels/.rels>&#65279;<?xml version="1.0" encoding="utf-8"?><Relationships xmlns="http://schemas.openxmlformats.org/package/2006/relationships"><Relationship Type="http://schemas.openxmlformats.org/package/2006/relationships/metadata/core-properties" Target="/docProps/core.xml" Id="R2bf6d141bea04ea9" /><Relationship Type="http://schemas.openxmlformats.org/officeDocument/2006/relationships/extended-properties" Target="/docProps/app.xml" Id="R18c6fb77fe824788" /><Relationship Type="http://schemas.openxmlformats.org/officeDocument/2006/relationships/officeDocument" Target="/ppt/presentation.xml" Id="Rd25cf1ff34c94c16" /></Relationships>
</file>

<file path=ppt/presentation.xml><?xml version="1.0" encoding="utf-8"?>
<p:presentation xmlns:p="http://schemas.openxmlformats.org/presentationml/2006/main">
  <p:sldMasterIdLst>
    <p:sldMasterId xmlns:r="http://schemas.openxmlformats.org/officeDocument/2006/relationships" id="2147483648" r:id="Rb304a2e455fc4f1b"/>
  </p:sldMasterIdLst>
  <p:notesMasterIdLst>
    <p:notesMasterId xmlns:r="http://schemas.openxmlformats.org/officeDocument/2006/relationships" r:id="R4f253faf3758436f"/>
  </p:notesMasterIdLst>
  <p:sldIdLst>
    <p:sldId xmlns:r="http://schemas.openxmlformats.org/officeDocument/2006/relationships" id="256" r:id="Rb396a0550dcf4162"/>
    <p:sldId xmlns:r="http://schemas.openxmlformats.org/officeDocument/2006/relationships" id="257" r:id="R9739ae9466144c44"/>
    <p:sldId xmlns:r="http://schemas.openxmlformats.org/officeDocument/2006/relationships" id="258" r:id="R39c6cbac8d4f4029"/>
    <p:sldId xmlns:r="http://schemas.openxmlformats.org/officeDocument/2006/relationships" id="259" r:id="R2a336b3ed87f43ef"/>
    <p:sldId xmlns:r="http://schemas.openxmlformats.org/officeDocument/2006/relationships" id="260" r:id="R8986707f700d4689"/>
    <p:sldId xmlns:r="http://schemas.openxmlformats.org/officeDocument/2006/relationships" id="261" r:id="Rc5cee35f578d4d5a"/>
    <p:sldId xmlns:r="http://schemas.openxmlformats.org/officeDocument/2006/relationships" id="262" r:id="R3d21bfe4d1924657"/>
    <p:sldId xmlns:r="http://schemas.openxmlformats.org/officeDocument/2006/relationships" id="263" r:id="Rd2759e895fc847ab"/>
    <p:sldId xmlns:r="http://schemas.openxmlformats.org/officeDocument/2006/relationships" id="264" r:id="R56bab7f199d14641"/>
    <p:sldId xmlns:r="http://schemas.openxmlformats.org/officeDocument/2006/relationships" id="265" r:id="R462a57782ade41b9"/>
    <p:sldId xmlns:r="http://schemas.openxmlformats.org/officeDocument/2006/relationships" id="266" r:id="R2d26cf68cc424709"/>
    <p:sldId xmlns:r="http://schemas.openxmlformats.org/officeDocument/2006/relationships" id="267" r:id="Rb6274d47ee1243ab"/>
  </p:sldIdLst>
  <p:sldSz cx="12192000" cy="6858000"/>
  <p:notesSz cx="6858000" cy="9144000"/>
</p:presentation>
</file>

<file path=ppt/presProps.xml><?xml version="1.0" encoding="utf-8"?>
<p:presentationPr xmlns:p="http://schemas.openxmlformats.org/presentationml/2006/main">
  <p:extLst>
    <p:ext xmlns:p14="http://schemas.microsoft.com/office/powerpoint/2010/main" uri="{E76CE94A-603C-4142-B9EB-6D1370010A27}">
      <p14:discardImageEditData val="0"/>
    </p:ext>
    <p:ext xmlns:p14="http://schemas.microsoft.com/office/powerpoint/2010/main" uri="{D31A062A-798A-4329-ABDD-BBA856620510}">
      <p14:defaultImageDpi val="32767"/>
    </p:ext>
    <p:ext xmlns:p15="http://schemas.microsoft.com/office/powerpoint/2012/main" uri="{FD5EFAAD-0ECE-453E-9831-46B23BE46B34}">
      <p15:chartTrackingRefBased val="1"/>
    </p:ext>
  </p:extLst>
</p:presentationPr>
</file>

<file path=ppt/tableStyles.xml><?xml version="1.0" encoding="utf-8"?>
<a:tblStyleLst xmlns:a="http://schemas.openxmlformats.org/drawingml/2006/main" def="{5C22544A-7EE6-4342-B048-85BDC9FD1C3A}"/>
</file>

<file path=ppt/_rels/presentation.xml.rels>&#65279;<?xml version="1.0" encoding="utf-8"?><Relationships xmlns="http://schemas.openxmlformats.org/package/2006/relationships"><Relationship Type="http://schemas.openxmlformats.org/officeDocument/2006/relationships/theme" Target="/ppt/theme/theme1.xml" Id="Rf7c1b8fba34f47b9" /><Relationship Type="http://schemas.openxmlformats.org/officeDocument/2006/relationships/slideMaster" Target="/ppt/slideMasters/slideMaster1.xml" Id="Rb304a2e455fc4f1b" /><Relationship Type="http://schemas.openxmlformats.org/officeDocument/2006/relationships/notesMaster" Target="/ppt/notesMasters/notesMaster1.xml" Id="R4f253faf3758436f" /><Relationship Type="http://schemas.openxmlformats.org/officeDocument/2006/relationships/presProps" Target="/ppt/presProps.xml" Id="Rdf6cbb20c4b6431e" /><Relationship Type="http://schemas.openxmlformats.org/officeDocument/2006/relationships/tableStyles" Target="/ppt/tableStyles.xml" Id="R998400056d9d4e08" /><Relationship Type="http://schemas.openxmlformats.org/officeDocument/2006/relationships/slide" Target="/ppt/slides/slide1.xml" Id="Rb396a0550dcf4162" /><Relationship Type="http://schemas.openxmlformats.org/officeDocument/2006/relationships/slide" Target="/ppt/slides/slide2.xml" Id="R9739ae9466144c44" /><Relationship Type="http://schemas.openxmlformats.org/officeDocument/2006/relationships/slide" Target="/ppt/slides/slide3.xml" Id="R39c6cbac8d4f4029" /><Relationship Type="http://schemas.openxmlformats.org/officeDocument/2006/relationships/slide" Target="/ppt/slides/slide4.xml" Id="R2a336b3ed87f43ef" /><Relationship Type="http://schemas.openxmlformats.org/officeDocument/2006/relationships/slide" Target="/ppt/slides/slide5.xml" Id="R8986707f700d4689" /><Relationship Type="http://schemas.openxmlformats.org/officeDocument/2006/relationships/slide" Target="/ppt/slides/slide6.xml" Id="Rc5cee35f578d4d5a" /><Relationship Type="http://schemas.openxmlformats.org/officeDocument/2006/relationships/slide" Target="/ppt/slides/slide7.xml" Id="R3d21bfe4d1924657" /><Relationship Type="http://schemas.openxmlformats.org/officeDocument/2006/relationships/slide" Target="/ppt/slides/slide8.xml" Id="Rd2759e895fc847ab" /><Relationship Type="http://schemas.openxmlformats.org/officeDocument/2006/relationships/slide" Target="/ppt/slides/slide9.xml" Id="R56bab7f199d14641" /><Relationship Type="http://schemas.openxmlformats.org/officeDocument/2006/relationships/slide" Target="/ppt/slides/slide10.xml" Id="R462a57782ade41b9" /><Relationship Type="http://schemas.openxmlformats.org/officeDocument/2006/relationships/slide" Target="/ppt/slides/slide11.xml" Id="R2d26cf68cc424709" /><Relationship Type="http://schemas.openxmlformats.org/officeDocument/2006/relationships/slide" Target="/ppt/slides/slide12.xml" Id="Rb6274d47ee1243ab" /></Relationships>
</file>

<file path=ppt/notesMasters/_rels/notesMaster1.xml.rels>&#65279;<?xml version="1.0" encoding="utf-8"?><Relationships xmlns="http://schemas.openxmlformats.org/package/2006/relationships"><Relationship Type="http://schemas.openxmlformats.org/officeDocument/2006/relationships/theme" Target="/ppt/notesMasters/theme/theme3.xml" Id="Rdfa13cb2ec74498f" /></Relationships>
</file>

<file path=ppt/notesMasters/notesMaster1.xml><?xml version="1.0" encoding="utf-8"?>
<p:notesMaster xmlns:p="http://schemas.openxmlformats.org/presentationml/2006/main">
  <p:cSld>
    <p:bg>
      <p:bgRef idx="1001">
        <a:schemeClr xmlns:a="http://schemas.openxmlformats.org/drawingml/2006/main" val="bg1"/>
      </p:bgRef>
    </p:bg>
    <p:spTree>
      <p:nvGrpSpPr>
        <p:cNvPr id="1" name=""/>
        <p:cNvGrpSpPr/>
        <p:nvPr/>
      </p:nvGrpSpPr>
      <p:grpSpPr>
        <a:xfrm xmlns:a="http://schemas.openxmlformats.org/drawingml/2006/main"/>
      </p:grpSpPr>
      <p:sp>
        <p:nvSpPr>
          <p:cNvPr id="2" name="Header Placeholder"/>
          <p:cNvSpPr/>
          <p:nvPr>
            <p:ph type="hdr" sz="quarter"/>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3" name="Date Placeholder"/>
          <p:cNvSpPr/>
          <p:nvPr>
            <p:ph type="dt" sz="quarter" idx="1"/>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4" name="Slide Image Placeholder"/>
          <p:cNvSpPr/>
          <p:nvPr>
            <p:ph type="sldImg" idx="2"/>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5" name="Notes Placeholder"/>
          <p:cNvSpPr/>
          <p:nvPr>
            <p:ph type="body" sz="quarter" idx="3"/>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6" name="Footer Placeholder"/>
          <p:cNvSpPr/>
          <p:nvPr>
            <p:ph type="ftr" sz="quarter" idx="4"/>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7" name="Slide Number Placeholder"/>
          <p:cNvSpPr/>
          <p:nvPr>
            <p:ph type="sldNum" sz="quarter" idx="5"/>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Tree>
  </p:cSld>
  <p:clrMap bg1="lt1" tx1="dk1" bg2="lt2" tx2="dk2" accent1="accent1" accent2="accent2" accent3="accent3" accent4="accent4" accent5="accent5" accent6="accent6" hlink="hlink" folHlink="folHlink"/>
  <p:notesStyle>
    <a:lvl1pPr xmlns:a="http://schemas.openxmlformats.org/drawingml/2006/main" marL="0" algn="l" defTabSz="914400" rtl="0" eaLnBrk="1" latinLnBrk="0" hangingPunct="1">
      <a:defRPr sz="1200" kern="1200"/>
    </a:lvl1pPr>
  </p:notesStyle>
</p:notesMaster>
</file>

<file path=ppt/notesMasters/theme/theme3.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
      <a:majorFont>
        <a:latin typeface="Aptos"/>
        <a:ea typeface=""/>
        <a:cs typeface=""/>
      </a:majorFont>
      <a:minorFont>
        <a:latin typeface="Aptos"/>
        <a:ea typeface=""/>
        <a:cs typeface=""/>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notesSlides/_rels/notesSlide1.xml.rels>&#65279;<?xml version="1.0" encoding="utf-8"?><Relationships xmlns="http://schemas.openxmlformats.org/package/2006/relationships"><Relationship Type="http://schemas.openxmlformats.org/officeDocument/2006/relationships/slide" Target="/ppt/slides/slide1.xml" Id="Rb93ec5cc42ec4f9e" /><Relationship Type="http://schemas.openxmlformats.org/officeDocument/2006/relationships/notesMaster" Target="/ppt/notesMasters/notesMaster1.xml" Id="R6039a5691bab44c6" /></Relationships>
</file>

<file path=ppt/notesSlides/_rels/notesSlide2.xml.rels>&#65279;<?xml version="1.0" encoding="utf-8"?><Relationships xmlns="http://schemas.openxmlformats.org/package/2006/relationships"><Relationship Type="http://schemas.openxmlformats.org/officeDocument/2006/relationships/slide" Target="/ppt/slides/slide2.xml" Id="R435d59bf63c0448f" /><Relationship Type="http://schemas.openxmlformats.org/officeDocument/2006/relationships/notesMaster" Target="/ppt/notesMasters/notesMaster1.xml" Id="Ree953b0b95d44a17" /></Relationships>
</file>

<file path=ppt/notesSlides/_rels/notesSlide3.xml.rels>&#65279;<?xml version="1.0" encoding="utf-8"?><Relationships xmlns="http://schemas.openxmlformats.org/package/2006/relationships"><Relationship Type="http://schemas.openxmlformats.org/officeDocument/2006/relationships/slide" Target="/ppt/slides/slide3.xml" Id="R46efa418bd064ffc" /><Relationship Type="http://schemas.openxmlformats.org/officeDocument/2006/relationships/notesMaster" Target="/ppt/notesMasters/notesMaster1.xml" Id="Rab3c1353991443a0" /></Relationships>
</file>

<file path=ppt/notesSlides/_rels/notesSlide4.xml.rels>&#65279;<?xml version="1.0" encoding="utf-8"?><Relationships xmlns="http://schemas.openxmlformats.org/package/2006/relationships"><Relationship Type="http://schemas.openxmlformats.org/officeDocument/2006/relationships/slide" Target="/ppt/slides/slide4.xml" Id="R805a2c60c8254563" /><Relationship Type="http://schemas.openxmlformats.org/officeDocument/2006/relationships/notesMaster" Target="/ppt/notesMasters/notesMaster1.xml" Id="Ra5d45c4baf724cf5" /></Relationships>
</file>

<file path=ppt/notesSlides/_rels/notesSlide5.xml.rels>&#65279;<?xml version="1.0" encoding="utf-8"?><Relationships xmlns="http://schemas.openxmlformats.org/package/2006/relationships"><Relationship Type="http://schemas.openxmlformats.org/officeDocument/2006/relationships/slide" Target="/ppt/slides/slide5.xml" Id="Rf89319b297344dfa" /><Relationship Type="http://schemas.openxmlformats.org/officeDocument/2006/relationships/notesMaster" Target="/ppt/notesMasters/notesMaster1.xml" Id="Rd7fa08159583453d" /></Relationships>
</file>

<file path=ppt/notesSlides/_rels/notesSlide6.xml.rels>&#65279;<?xml version="1.0" encoding="utf-8"?><Relationships xmlns="http://schemas.openxmlformats.org/package/2006/relationships"><Relationship Type="http://schemas.openxmlformats.org/officeDocument/2006/relationships/slide" Target="/ppt/slides/slide6.xml" Id="Rb02c19f8688147c0" /><Relationship Type="http://schemas.openxmlformats.org/officeDocument/2006/relationships/notesMaster" Target="/ppt/notesMasters/notesMaster1.xml" Id="R84de286dd967460f" /></Relationships>
</file>

<file path=ppt/notesSlides/_rels/notesSlide7.xml.rels>&#65279;<?xml version="1.0" encoding="utf-8"?><Relationships xmlns="http://schemas.openxmlformats.org/package/2006/relationships"><Relationship Type="http://schemas.openxmlformats.org/officeDocument/2006/relationships/slide" Target="/ppt/slides/slide7.xml" Id="R868e74fc3a694628" /><Relationship Type="http://schemas.openxmlformats.org/officeDocument/2006/relationships/notesMaster" Target="/ppt/notesMasters/notesMaster1.xml" Id="R8463054984b54e1e" /></Relationships>
</file>

<file path=ppt/notesSlides/_rels/notesSlide8.xml.rels>&#65279;<?xml version="1.0" encoding="utf-8"?><Relationships xmlns="http://schemas.openxmlformats.org/package/2006/relationships"><Relationship Type="http://schemas.openxmlformats.org/officeDocument/2006/relationships/slide" Target="/ppt/slides/slide8.xml" Id="R0d76614fb7be4b2e" /><Relationship Type="http://schemas.openxmlformats.org/officeDocument/2006/relationships/notesMaster" Target="/ppt/notesMasters/notesMaster1.xml" Id="R5e3a7630c722457f" /></Relationships>
</file>

<file path=ppt/notesSlides/_rels/notesSlide9.xml.rels>&#65279;<?xml version="1.0" encoding="utf-8"?><Relationships xmlns="http://schemas.openxmlformats.org/package/2006/relationships"><Relationship Type="http://schemas.openxmlformats.org/officeDocument/2006/relationships/slide" Target="/ppt/slides/slide9.xml" Id="R73d6c9b2862641d5" /><Relationship Type="http://schemas.openxmlformats.org/officeDocument/2006/relationships/notesMaster" Target="/ppt/notesMasters/notesMaster1.xml" Id="R7e19256115c4441c" /></Relationships>
</file>

<file path=ppt/notesSlides/_rels/notesSlide10.xml.rels>&#65279;<?xml version="1.0" encoding="utf-8"?><Relationships xmlns="http://schemas.openxmlformats.org/package/2006/relationships"><Relationship Type="http://schemas.openxmlformats.org/officeDocument/2006/relationships/slide" Target="/ppt/slides/slide10.xml" Id="Re6a91c9a5ebf4d86" /><Relationship Type="http://schemas.openxmlformats.org/officeDocument/2006/relationships/notesMaster" Target="/ppt/notesMasters/notesMaster1.xml" Id="R4822693a7c5b4b74" /></Relationships>
</file>

<file path=ppt/notesSlides/_rels/notesSlide11.xml.rels>&#65279;<?xml version="1.0" encoding="utf-8"?><Relationships xmlns="http://schemas.openxmlformats.org/package/2006/relationships"><Relationship Type="http://schemas.openxmlformats.org/officeDocument/2006/relationships/slide" Target="/ppt/slides/slide11.xml" Id="Rbc14b022d00f4931" /><Relationship Type="http://schemas.openxmlformats.org/officeDocument/2006/relationships/notesMaster" Target="/ppt/notesMasters/notesMaster1.xml" Id="R750b3223068b4d36" /></Relationships>
</file>

<file path=ppt/notesSlides/_rels/notesSlide12.xml.rels>&#65279;<?xml version="1.0" encoding="utf-8"?><Relationships xmlns="http://schemas.openxmlformats.org/package/2006/relationships"><Relationship Type="http://schemas.openxmlformats.org/officeDocument/2006/relationships/slide" Target="/ppt/slides/slide12.xml" Id="R3b1c8b80e006435c" /><Relationship Type="http://schemas.openxmlformats.org/officeDocument/2006/relationships/notesMaster" Target="/ppt/notesMasters/notesMaster1.xml" Id="R91a431aba8a24857" /></Relationships>
</file>

<file path=ppt/notesSlides/notesSlide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Una proposición es un enunciado al que se puede asignar verdadero o falso dentro de un contexto definido. “La reserva está vigente” requiere especificar fecha y hora; una pregunta o una orden no es una proposición. Representar cada condición mediante una letra y escribir su significado antes de operar. Una variable booleana solo modela dos estados, por lo que un dato desconocido exige una decisión explícita del problema. No confundir falso con información ausente.</a:t>
            </a:r>
          </a:p>
          <a:p xmlns:a="http://schemas.openxmlformats.org/drawingml/2006/main">
            <a:r>
              <a:t/>
            </a:r>
          </a:p>
          <a:p xmlns:a="http://schemas.openxmlformats.org/drawingml/2006/main">
            <a:r>
              <a:t>Usar boolean con true y false. Java exige una expresión booleana en una decisión; no convierte un número entero en una condición. La cadena "false" tampoco equivale al literal false.</a:t>
            </a:r>
          </a:p>
          <a:p xmlns:a="http://schemas.openxmlformats.org/drawingml/2006/main">
            <a:r>
              <a:t>Fuente: https://dev.java/learn/</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La negación invierte un valor. La conjunción exige que ambas proposiciones sean verdaderas. La disyunción inclusiva permite que una o ambas sean verdaderas. Interpretar “o” en lenguaje cotidiano puede ser ambiguo: si exactamente una opción es válida, se necesita disyunción exclusiva. Construir una tabla con 2 elevado al número de variables para enumerar todas las combinaciones sin omisiones.</a:t>
            </a:r>
          </a:p>
          <a:p xmlns:a="http://schemas.openxmlformats.org/drawingml/2006/main">
            <a:r>
              <a:t/>
            </a:r>
          </a:p>
          <a:p xmlns:a="http://schemas.openxmlformats.org/drawingml/2006/main">
            <a:r>
              <a:t>Escribir !, &amp;&amp; y ||. El operador ^ sobre booleanos representa disyunción exclusiva, pero no sustituye a ||. Evitar usar &amp; y | cuando se pretende cortocircuito.</a:t>
            </a:r>
          </a:p>
          <a:p xmlns:a="http://schemas.openxmlformats.org/drawingml/2006/main">
            <a:r>
              <a:t>Fuente: https://dev.java/learn/</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Dos expresiones son equivalentes cuando coinciden para todas las asignaciones de sus variables. Una coincidencia aislada no demuestra equivalencia. Las leyes de De Morgan establecen que negar una conjunción equivale a disyuntar las negaciones, y negar una disyunción equivale a conjuntarlas. También se cumplen identidad, idempotencia, absorción y distributividad. Simplificar conserva el significado, no los pasos concretos de evaluación.</a:t>
            </a:r>
          </a:p>
          <a:p xmlns:a="http://schemas.openxmlformats.org/drawingml/2006/main">
            <a:r>
              <a:t/>
            </a:r>
          </a:p>
          <a:p xmlns:a="http://schemas.openxmlformats.org/drawingml/2006/main">
            <a:r>
              <a:t>Comparar !(p &amp;&amp; q) con !p || !q. Los paréntesis hacen explícita la agrupación. Una expresión equivalente con llamadas que modifican estado puede ejecutar llamadas diferentes: usar condiciones sin efectos para estudiar álgebra.</a:t>
            </a:r>
          </a:p>
          <a:p xmlns:a="http://schemas.openxmlformats.org/drawingml/2006/main">
            <a:r>
              <a:t>Fuente: https://dev.java/learn/</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La implicación p implica q solo es falsa cuando p es verdadera y q falsa. No expresa por sí misma una causa. Se puede reescribir como no p o q. Una tautología siempre es verdadera; una contradicción siempre es falsa; una contingencia depende de los valores. Para validar una regla de acceso, comprobar cada fila y explicar las filas que autorizan. Diferenciar la especificación de la política y su traducción al programa.</a:t>
            </a:r>
          </a:p>
          <a:p xmlns:a="http://schemas.openxmlformats.org/drawingml/2006/main">
            <a:r>
              <a:t/>
            </a:r>
          </a:p>
          <a:p xmlns:a="http://schemas.openxmlformats.org/drawingml/2006/main">
            <a:r>
              <a:t>Expresar una implicación como !p || q. Los bucles de la demostración enumeran combinaciones y todavía no constituyen un requisito de implementación autónoma.</a:t>
            </a:r>
          </a:p>
          <a:p xmlns:a="http://schemas.openxmlformats.org/drawingml/2006/main">
            <a:r>
              <a:t>Fuente: https://dev.java/learn/</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Código completo en java/ejemplos/Demo.java. Determinar cuándo permitir el acceso a una sala: disponer de credencial y reserva, o tener autorización del responsable. Convertir una regla verbal en una expresión permite revisar todos los casos, incluidos los que parecen excepcionales.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slideLayouts/_rels/slideLayout1.xml.rels>&#65279;<?xml version="1.0" encoding="utf-8"?><Relationships xmlns="http://schemas.openxmlformats.org/package/2006/relationships"><Relationship Type="http://schemas.openxmlformats.org/officeDocument/2006/relationships/slideMaster" Target="/ppt/slideMasters/slideMaster1.xml" Id="R170f4e9a09ae4629" /></Relationships>
</file>

<file path=ppt/slideLayouts/slideLayout1.xml><?xml version="1.0" encoding="utf-8"?>
<p:sldLayout xmlns:p="http://schemas.openxmlformats.org/presentationml/2006/main" type="title">
  <p:cSld name="Title Slide">
    <p:spTree>
      <p:nvGrpSpPr>
        <p:cNvPr id="1" name=""/>
        <p:cNvGrpSpPr/>
        <p:nvPr/>
      </p:nvGrpSpPr>
      <p:grpSpPr>
        <a:xfrm xmlns:a="http://schemas.openxmlformats.org/drawingml/2006/main"/>
      </p:grpSpPr>
    </p:spTree>
  </p:cSld>
</p:sldLayout>
</file>

<file path=ppt/slideMasters/_rels/slideMaster1.xml.rels>&#65279;<?xml version="1.0" encoding="utf-8"?><Relationships xmlns="http://schemas.openxmlformats.org/package/2006/relationships"><Relationship Type="http://schemas.openxmlformats.org/officeDocument/2006/relationships/theme" Target="/ppt/slideMasters/theme/theme2.xml" Id="R806052bddf344a6a" /><Relationship Type="http://schemas.openxmlformats.org/officeDocument/2006/relationships/slideLayout" Target="/ppt/slideLayouts/slideLayout1.xml" Id="R3ee657e122c44b0e" /></Relationships>
</file>

<file path=ppt/slideMasters/slideMaster1.xml><?xml version="1.0" encoding="utf-8"?>
<p:sldMaster xmlns:p="http://schemas.openxmlformats.org/presentationml/2006/main">
  <p:cSld name="Master">
    <p:bg>
      <p:bgRef idx="1001">
        <a:schemeClr xmlns:a="http://schemas.openxmlformats.org/drawingml/2006/main" val="bg1"/>
      </p:bgRef>
    </p:bg>
    <p:spTree>
      <p:nvGrpSpPr>
        <p:cNvPr id="1" name=""/>
        <p:cNvGrpSpPr/>
        <p:nvPr/>
      </p:nvGrpSpPr>
      <p:grpSpPr>
        <a:xfrm xmlns:a="http://schemas.openxmlformats.org/drawingml/2006/main"/>
      </p:grpSpPr>
    </p:spTree>
  </p:cSld>
  <p:clrMap bg1="lt1" tx1="dk1" bg2="lt2" tx2="dk2" accent1="accent1" accent2="accent2" accent3="accent3" accent4="accent4" accent5="accent5" accent6="accent6" hlink="hlink" folHlink="folHlink"/>
  <p:sldLayoutIdLst>
    <p:sldLayoutId xmlns:r="http://schemas.openxmlformats.org/officeDocument/2006/relationships" id="2147483649" r:id="R3ee657e122c44b0e"/>
  </p:sldLayoutIdLst>
  <p:txStyles>
    <p:titleStyle>
      <a:lvl1pPr xmlns:a="http://schemas.openxmlformats.org/drawingml/2006/main" algn="l">
        <a:lnSpc>
          <a:spcPct val="90000"/>
        </a:lnSpc>
        <a:spcBef>
          <a:spcPts val="0"/>
        </a:spcBef>
        <a:buNone/>
        <a:defRPr sz="4400">
          <a:solidFill>
            <a:schemeClr val="tx1"/>
          </a:solidFill>
          <a:latin typeface="+mj-lt"/>
          <a:ea typeface="+mj-lt"/>
          <a:cs typeface="+mj-lt"/>
        </a:defRPr>
      </a:lvl1pPr>
    </p:titleStyle>
    <p:bodyStyle>
      <a:lvl1pPr xmlns:a="http://schemas.openxmlformats.org/drawingml/2006/main" marL="228600" indent="-228600" algn="l">
        <a:lnSpc>
          <a:spcPct val="90000"/>
        </a:lnSpc>
        <a:spcBef>
          <a:spcPts val="1000"/>
        </a:spcBef>
        <a:buChar char="•"/>
        <a:defRPr sz="2800">
          <a:solidFill>
            <a:schemeClr val="tx1"/>
          </a:solidFill>
          <a:latin typeface="+mn-lt"/>
          <a:ea typeface="+mn-lt"/>
          <a:cs typeface="+mn-lt"/>
        </a:defRPr>
      </a:lvl1pPr>
      <a:lvl2pPr xmlns:a="http://schemas.openxmlformats.org/drawingml/2006/main" marL="685800" indent="-228600" algn="l">
        <a:lnSpc>
          <a:spcPct val="90000"/>
        </a:lnSpc>
        <a:spcBef>
          <a:spcPts val="500"/>
        </a:spcBef>
        <a:buChar char="•"/>
        <a:defRPr sz="2400">
          <a:solidFill>
            <a:schemeClr val="tx1"/>
          </a:solidFill>
          <a:latin typeface="+mn-lt"/>
          <a:ea typeface="+mn-lt"/>
          <a:cs typeface="+mn-lt"/>
        </a:defRPr>
      </a:lvl2pPr>
      <a:lvl3pPr xmlns:a="http://schemas.openxmlformats.org/drawingml/2006/main" marL="1143000" indent="-228600" algn="l">
        <a:lnSpc>
          <a:spcPct val="90000"/>
        </a:lnSpc>
        <a:spcBef>
          <a:spcPts val="500"/>
        </a:spcBef>
        <a:buChar char="•"/>
        <a:defRPr sz="2000">
          <a:solidFill>
            <a:schemeClr val="tx1"/>
          </a:solidFill>
          <a:latin typeface="+mn-lt"/>
          <a:ea typeface="+mn-lt"/>
          <a:cs typeface="+mn-lt"/>
        </a:defRPr>
      </a:lvl3pPr>
      <a:lvl4pPr xmlns:a="http://schemas.openxmlformats.org/drawingml/2006/main" marL="1600200" indent="-228600" algn="l">
        <a:lnSpc>
          <a:spcPct val="90000"/>
        </a:lnSpc>
        <a:spcBef>
          <a:spcPts val="500"/>
        </a:spcBef>
        <a:buChar char="•"/>
        <a:defRPr sz="1800">
          <a:solidFill>
            <a:schemeClr val="tx1"/>
          </a:solidFill>
          <a:latin typeface="+mn-lt"/>
          <a:ea typeface="+mn-lt"/>
          <a:cs typeface="+mn-lt"/>
        </a:defRPr>
      </a:lvl4pPr>
      <a:lvl5pPr xmlns:a="http://schemas.openxmlformats.org/drawingml/2006/main" marL="2057400" indent="-228600" algn="l">
        <a:lnSpc>
          <a:spcPct val="90000"/>
        </a:lnSpc>
        <a:spcBef>
          <a:spcPts val="500"/>
        </a:spcBef>
        <a:buChar char="•"/>
        <a:defRPr sz="1800">
          <a:solidFill>
            <a:schemeClr val="tx1"/>
          </a:solidFill>
          <a:latin typeface="+mn-lt"/>
          <a:ea typeface="+mn-lt"/>
          <a:cs typeface="+mn-lt"/>
        </a:defRPr>
      </a:lvl5pPr>
      <a:lvl6pPr xmlns:a="http://schemas.openxmlformats.org/drawingml/2006/main" marL="2514600" indent="-228600" algn="l">
        <a:lnSpc>
          <a:spcPct val="90000"/>
        </a:lnSpc>
        <a:spcBef>
          <a:spcPts val="500"/>
        </a:spcBef>
        <a:buChar char="•"/>
        <a:defRPr sz="1800">
          <a:solidFill>
            <a:schemeClr val="tx1"/>
          </a:solidFill>
          <a:latin typeface="+mn-lt"/>
          <a:ea typeface="+mn-lt"/>
          <a:cs typeface="+mn-lt"/>
        </a:defRPr>
      </a:lvl6pPr>
      <a:lvl7pPr xmlns:a="http://schemas.openxmlformats.org/drawingml/2006/main" marL="2971800" indent="-228600" algn="l">
        <a:lnSpc>
          <a:spcPct val="90000"/>
        </a:lnSpc>
        <a:spcBef>
          <a:spcPts val="500"/>
        </a:spcBef>
        <a:buChar char="•"/>
        <a:defRPr sz="1800">
          <a:solidFill>
            <a:schemeClr val="tx1"/>
          </a:solidFill>
          <a:latin typeface="+mn-lt"/>
          <a:ea typeface="+mn-lt"/>
          <a:cs typeface="+mn-lt"/>
        </a:defRPr>
      </a:lvl7pPr>
      <a:lvl8pPr xmlns:a="http://schemas.openxmlformats.org/drawingml/2006/main" marL="3429000" indent="-228600" algn="l">
        <a:lnSpc>
          <a:spcPct val="90000"/>
        </a:lnSpc>
        <a:spcBef>
          <a:spcPts val="500"/>
        </a:spcBef>
        <a:buChar char="•"/>
        <a:defRPr sz="1800">
          <a:solidFill>
            <a:schemeClr val="tx1"/>
          </a:solidFill>
          <a:latin typeface="+mn-lt"/>
          <a:ea typeface="+mn-lt"/>
          <a:cs typeface="+mn-lt"/>
        </a:defRPr>
      </a:lvl8pPr>
      <a:lvl9pPr xmlns:a="http://schemas.openxmlformats.org/drawingml/2006/main" marL="3886200" indent="-228600" algn="l">
        <a:lnSpc>
          <a:spcPct val="90000"/>
        </a:lnSpc>
        <a:spcBef>
          <a:spcPts val="500"/>
        </a:spcBef>
        <a:buChar char="•"/>
        <a:defRPr sz="1800">
          <a:solidFill>
            <a:schemeClr val="tx1"/>
          </a:solidFill>
          <a:latin typeface="+mn-lt"/>
          <a:ea typeface="+mn-lt"/>
          <a:cs typeface="+mn-lt"/>
        </a:defRPr>
      </a:lvl9pPr>
    </p:bodyStyle>
    <p:otherStyle>
      <a:lvl1pPr xmlns:a="http://schemas.openxmlformats.org/drawingml/2006/main" marL="0" algn="l">
        <a:buNone/>
        <a:defRPr sz="1800">
          <a:solidFill>
            <a:schemeClr val="tx1"/>
          </a:solidFill>
          <a:latin typeface="+mn-lt"/>
          <a:ea typeface="+mn-lt"/>
          <a:cs typeface="+mn-lt"/>
        </a:defRPr>
      </a:lvl1pPr>
      <a:lvl2pPr xmlns:a="http://schemas.openxmlformats.org/drawingml/2006/main" marL="457200" algn="l">
        <a:buNone/>
        <a:defRPr sz="1800">
          <a:solidFill>
            <a:schemeClr val="tx1"/>
          </a:solidFill>
          <a:latin typeface="+mn-lt"/>
          <a:ea typeface="+mn-lt"/>
          <a:cs typeface="+mn-lt"/>
        </a:defRPr>
      </a:lvl2pPr>
      <a:lvl3pPr xmlns:a="http://schemas.openxmlformats.org/drawingml/2006/main" marL="914400" algn="l">
        <a:buNone/>
        <a:defRPr sz="1800">
          <a:solidFill>
            <a:schemeClr val="tx1"/>
          </a:solidFill>
          <a:latin typeface="+mn-lt"/>
          <a:ea typeface="+mn-lt"/>
          <a:cs typeface="+mn-lt"/>
        </a:defRPr>
      </a:lvl3pPr>
      <a:lvl4pPr xmlns:a="http://schemas.openxmlformats.org/drawingml/2006/main" marL="1371600" algn="l">
        <a:buNone/>
        <a:defRPr sz="1800">
          <a:solidFill>
            <a:schemeClr val="tx1"/>
          </a:solidFill>
          <a:latin typeface="+mn-lt"/>
          <a:ea typeface="+mn-lt"/>
          <a:cs typeface="+mn-lt"/>
        </a:defRPr>
      </a:lvl4pPr>
      <a:lvl5pPr xmlns:a="http://schemas.openxmlformats.org/drawingml/2006/main" marL="1828800" algn="l">
        <a:buNone/>
        <a:defRPr sz="1800">
          <a:solidFill>
            <a:schemeClr val="tx1"/>
          </a:solidFill>
          <a:latin typeface="+mn-lt"/>
          <a:ea typeface="+mn-lt"/>
          <a:cs typeface="+mn-lt"/>
        </a:defRPr>
      </a:lvl5pPr>
      <a:lvl6pPr xmlns:a="http://schemas.openxmlformats.org/drawingml/2006/main" marL="2286000" algn="l">
        <a:buNone/>
        <a:defRPr sz="1800">
          <a:solidFill>
            <a:schemeClr val="tx1"/>
          </a:solidFill>
          <a:latin typeface="+mn-lt"/>
          <a:ea typeface="+mn-lt"/>
          <a:cs typeface="+mn-lt"/>
        </a:defRPr>
      </a:lvl6pPr>
      <a:lvl7pPr xmlns:a="http://schemas.openxmlformats.org/drawingml/2006/main" marL="2743200" algn="l">
        <a:buNone/>
        <a:defRPr sz="1800">
          <a:solidFill>
            <a:schemeClr val="tx1"/>
          </a:solidFill>
          <a:latin typeface="+mn-lt"/>
          <a:ea typeface="+mn-lt"/>
          <a:cs typeface="+mn-lt"/>
        </a:defRPr>
      </a:lvl7pPr>
      <a:lvl8pPr xmlns:a="http://schemas.openxmlformats.org/drawingml/2006/main" marL="3200400" algn="l">
        <a:buNone/>
        <a:defRPr sz="1800">
          <a:solidFill>
            <a:schemeClr val="tx1"/>
          </a:solidFill>
          <a:latin typeface="+mn-lt"/>
          <a:ea typeface="+mn-lt"/>
          <a:cs typeface="+mn-lt"/>
        </a:defRPr>
      </a:lvl8pPr>
      <a:lvl9pPr xmlns:a="http://schemas.openxmlformats.org/drawingml/2006/main" marL="3657600" algn="l">
        <a:buNone/>
        <a:defRPr sz="1800">
          <a:solidFill>
            <a:schemeClr val="tx1"/>
          </a:solidFill>
          <a:latin typeface="+mn-lt"/>
          <a:ea typeface="+mn-lt"/>
          <a:cs typeface="+mn-lt"/>
        </a:defRPr>
      </a:lvl9pPr>
    </p:otherStyle>
  </p:txStyles>
</p:sldMaster>
</file>

<file path=ppt/slideMasters/theme/theme2.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
      <a:majorFont>
        <a:latin typeface="Aptos"/>
        <a:ea typeface=""/>
        <a:cs typeface=""/>
      </a:majorFont>
      <a:minorFont>
        <a:latin typeface="Aptos"/>
        <a:ea typeface=""/>
        <a:cs typeface=""/>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slides/_rels/slide1.xml.rels>&#65279;<?xml version="1.0" encoding="utf-8"?><Relationships xmlns="http://schemas.openxmlformats.org/package/2006/relationships"><Relationship Type="http://schemas.openxmlformats.org/officeDocument/2006/relationships/slideLayout" Target="/ppt/slideLayouts/slideLayout1.xml" Id="R9f9bd0dcefdf4f05" /><Relationship Type="http://schemas.openxmlformats.org/officeDocument/2006/relationships/image" Target="/ppt/media/image.png" Id="R7da1e1cf532b409d" /><Relationship Type="http://schemas.openxmlformats.org/officeDocument/2006/relationships/notesSlide" Target="/ppt/notesSlides/notesSlide1.xml" Id="R2dfc9742887c49bf" /></Relationships>
</file>

<file path=ppt/slides/_rels/slide2.xml.rels>&#65279;<?xml version="1.0" encoding="utf-8"?><Relationships xmlns="http://schemas.openxmlformats.org/package/2006/relationships"><Relationship Type="http://schemas.openxmlformats.org/officeDocument/2006/relationships/slideLayout" Target="/ppt/slideLayouts/slideLayout1.xml" Id="Rb4e5324a599344a4" /><Relationship Type="http://schemas.openxmlformats.org/officeDocument/2006/relationships/notesSlide" Target="/ppt/notesSlides/notesSlide2.xml" Id="R9a4c4ca48bcd4bc9" /></Relationships>
</file>

<file path=ppt/slides/_rels/slide3.xml.rels>&#65279;<?xml version="1.0" encoding="utf-8"?><Relationships xmlns="http://schemas.openxmlformats.org/package/2006/relationships"><Relationship Type="http://schemas.openxmlformats.org/officeDocument/2006/relationships/slideLayout" Target="/ppt/slideLayouts/slideLayout1.xml" Id="Rc64e624018524e0e" /><Relationship Type="http://schemas.openxmlformats.org/officeDocument/2006/relationships/notesSlide" Target="/ppt/notesSlides/notesSlide3.xml" Id="R0887952ee01742dc" /></Relationships>
</file>

<file path=ppt/slides/_rels/slide4.xml.rels>&#65279;<?xml version="1.0" encoding="utf-8"?><Relationships xmlns="http://schemas.openxmlformats.org/package/2006/relationships"><Relationship Type="http://schemas.openxmlformats.org/officeDocument/2006/relationships/slideLayout" Target="/ppt/slideLayouts/slideLayout1.xml" Id="R7d18d9c5a7eb49ef" /><Relationship Type="http://schemas.openxmlformats.org/officeDocument/2006/relationships/notesSlide" Target="/ppt/notesSlides/notesSlide4.xml" Id="Rd37d693365c0438f" /></Relationships>
</file>

<file path=ppt/slides/_rels/slide5.xml.rels>&#65279;<?xml version="1.0" encoding="utf-8"?><Relationships xmlns="http://schemas.openxmlformats.org/package/2006/relationships"><Relationship Type="http://schemas.openxmlformats.org/officeDocument/2006/relationships/slideLayout" Target="/ppt/slideLayouts/slideLayout1.xml" Id="Rafdcbb0cebd7472d" /><Relationship Type="http://schemas.openxmlformats.org/officeDocument/2006/relationships/notesSlide" Target="/ppt/notesSlides/notesSlide5.xml" Id="R2098e1e2c0f64235" /></Relationships>
</file>

<file path=ppt/slides/_rels/slide6.xml.rels>&#65279;<?xml version="1.0" encoding="utf-8"?><Relationships xmlns="http://schemas.openxmlformats.org/package/2006/relationships"><Relationship Type="http://schemas.openxmlformats.org/officeDocument/2006/relationships/slideLayout" Target="/ppt/slideLayouts/slideLayout1.xml" Id="Rabeeefe75f4642b4" /><Relationship Type="http://schemas.openxmlformats.org/officeDocument/2006/relationships/notesSlide" Target="/ppt/notesSlides/notesSlide6.xml" Id="R02f4c4b6400d49f3" /></Relationships>
</file>

<file path=ppt/slides/_rels/slide7.xml.rels>&#65279;<?xml version="1.0" encoding="utf-8"?><Relationships xmlns="http://schemas.openxmlformats.org/package/2006/relationships"><Relationship Type="http://schemas.openxmlformats.org/officeDocument/2006/relationships/slideLayout" Target="/ppt/slideLayouts/slideLayout1.xml" Id="R237825659f164b9e" /><Relationship Type="http://schemas.openxmlformats.org/officeDocument/2006/relationships/notesSlide" Target="/ppt/notesSlides/notesSlide7.xml" Id="R95d277390f4a4cf3" /></Relationships>
</file>

<file path=ppt/slides/_rels/slide8.xml.rels>&#65279;<?xml version="1.0" encoding="utf-8"?><Relationships xmlns="http://schemas.openxmlformats.org/package/2006/relationships"><Relationship Type="http://schemas.openxmlformats.org/officeDocument/2006/relationships/slideLayout" Target="/ppt/slideLayouts/slideLayout1.xml" Id="R22ac0ff1ee724b48" /><Relationship Type="http://schemas.openxmlformats.org/officeDocument/2006/relationships/notesSlide" Target="/ppt/notesSlides/notesSlide8.xml" Id="Rd5da894b59dd4c34" /></Relationships>
</file>

<file path=ppt/slides/_rels/slide9.xml.rels>&#65279;<?xml version="1.0" encoding="utf-8"?><Relationships xmlns="http://schemas.openxmlformats.org/package/2006/relationships"><Relationship Type="http://schemas.openxmlformats.org/officeDocument/2006/relationships/slideLayout" Target="/ppt/slideLayouts/slideLayout1.xml" Id="R7ece8be15fc84abc" /><Relationship Type="http://schemas.openxmlformats.org/officeDocument/2006/relationships/notesSlide" Target="/ppt/notesSlides/notesSlide9.xml" Id="R2035821bcb3342a5" /></Relationships>
</file>

<file path=ppt/slides/_rels/slide10.xml.rels>&#65279;<?xml version="1.0" encoding="utf-8"?><Relationships xmlns="http://schemas.openxmlformats.org/package/2006/relationships"><Relationship Type="http://schemas.openxmlformats.org/officeDocument/2006/relationships/slideLayout" Target="/ppt/slideLayouts/slideLayout1.xml" Id="Rd509e9c9fc0144cb" /><Relationship Type="http://schemas.openxmlformats.org/officeDocument/2006/relationships/notesSlide" Target="/ppt/notesSlides/notesSlide10.xml" Id="R83d1c9a8a6e646ad" /></Relationships>
</file>

<file path=ppt/slides/_rels/slide11.xml.rels>&#65279;<?xml version="1.0" encoding="utf-8"?><Relationships xmlns="http://schemas.openxmlformats.org/package/2006/relationships"><Relationship Type="http://schemas.openxmlformats.org/officeDocument/2006/relationships/slideLayout" Target="/ppt/slideLayouts/slideLayout1.xml" Id="R1c747bdc0fdc47ed" /><Relationship Type="http://schemas.openxmlformats.org/officeDocument/2006/relationships/notesSlide" Target="/ppt/notesSlides/notesSlide11.xml" Id="R0c8c2276c99445d3" /></Relationships>
</file>

<file path=ppt/slides/_rels/slide12.xml.rels>&#65279;<?xml version="1.0" encoding="utf-8"?><Relationships xmlns="http://schemas.openxmlformats.org/package/2006/relationships"><Relationship Type="http://schemas.openxmlformats.org/officeDocument/2006/relationships/slideLayout" Target="/ppt/slideLayouts/slideLayout1.xml" Id="R36ad2db3aa9b4367" /><Relationship Type="http://schemas.openxmlformats.org/officeDocument/2006/relationships/notesSlide" Target="/ppt/notesSlides/notesSlide12.xml" Id="Rd4ecddf6e41e4043" /></Relationships>
</file>

<file path=ppt/slides/slide1.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pic>
        <p:nvPicPr>
          <p:cNvPr id="7" name=""/>
          <p:cNvPicPr>
            <a:picLocks xmlns:a="http://schemas.openxmlformats.org/drawingml/2006/main" noChangeAspect="1"/>
          </p:cNvPicPr>
          <p:nvPr/>
        </p:nvPicPr>
        <p:blipFill>
          <a:blip xmlns:r="http://schemas.openxmlformats.org/officeDocument/2006/relationships" xmlns:a="http://schemas.openxmlformats.org/drawingml/2006/main" r:embed="R7da1e1cf532b409d"/>
          <a:stretch xmlns:a="http://schemas.openxmlformats.org/drawingml/2006/main"/>
        </p:blipFill>
        <p:spPr>
          <a:xfrm xmlns:a="http://schemas.openxmlformats.org/drawingml/2006/main">
            <a:off x="609600" y="452158"/>
            <a:ext cx="7239000" cy="1191183"/>
          </a:xfrm>
          <a:prstGeom xmlns:a="http://schemas.openxmlformats.org/drawingml/2006/main" prst="rect">
            <a:avLst/>
          </a:prstGeom>
        </p:spPr>
      </p:pic>
      <p:sp>
        <p:nvSpPr>
          <p:cNvPr id="2" name="">
            <a:extLst xmlns:a="http://schemas.openxmlformats.org/drawingml/2006/main">
              <a:ext uri="{FF2B5EF4-FFF2-40B4-BE49-F238E27FC236}">
                <a16:creationId xmlns:a16="http://schemas.microsoft.com/office/drawing/2014/main" id="{21382248-0BC3-454A-B0EA-1CDC08AC78F7}"/>
              </a:ext>
            </a:extLst>
          </p:cNvPr>
          <p:cNvSpPr>
            <a:spLocks xmlns:a="http://schemas.openxmlformats.org/drawingml/2006/main" noGrp="1"/>
          </p:cNvSpPr>
          <p:nvPr/>
        </p:nvSpPr>
        <p:spPr>
          <a:xfrm xmlns:a="http://schemas.openxmlformats.org/drawingml/2006/main">
            <a:off x="695325" y="2190750"/>
            <a:ext cx="10763250" cy="714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3375" b="1">
                <a:solidFill>
                  <a:srgbClr val="003772"/>
                </a:solidFill>
                <a:latin typeface="DejaVu Sans"/>
                <a:ea typeface="DejaVu Sans"/>
                <a:cs typeface="DejaVu Sans"/>
              </a:defRPr>
            </a:pPr>
            <a:r>
              <a:rPr sz="3375" b="1">
                <a:solidFill>
                  <a:srgbClr val="003772"/>
                </a:solidFill>
                <a:latin typeface="DejaVu Sans"/>
                <a:ea typeface="DejaVu Sans"/>
                <a:cs typeface="DejaVu Sans"/>
              </a:rPr>
              <a:t>Programación</a:t>
            </a:r>
          </a:p>
        </p:txBody>
      </p:sp>
      <p:sp>
        <p:nvSpPr>
          <p:cNvPr id="3" name="">
            <a:extLst xmlns:a="http://schemas.openxmlformats.org/drawingml/2006/main">
              <a:ext uri="{FF2B5EF4-FFF2-40B4-BE49-F238E27FC236}">
                <a16:creationId xmlns:a16="http://schemas.microsoft.com/office/drawing/2014/main" id="{C2438A6E-19D2-4066-90D9-CF4D91451D97}"/>
              </a:ext>
            </a:extLst>
          </p:cNvPr>
          <p:cNvSpPr>
            <a:spLocks xmlns:a="http://schemas.openxmlformats.org/drawingml/2006/main" noGrp="1"/>
          </p:cNvSpPr>
          <p:nvPr/>
        </p:nvSpPr>
        <p:spPr>
          <a:xfrm xmlns:a="http://schemas.openxmlformats.org/drawingml/2006/main">
            <a:off x="695325" y="3190875"/>
            <a:ext cx="10763250" cy="1524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3225" b="1">
                <a:solidFill>
                  <a:srgbClr val="003772"/>
                </a:solidFill>
                <a:latin typeface="DejaVu Sans"/>
                <a:ea typeface="DejaVu Sans"/>
                <a:cs typeface="DejaVu Sans"/>
              </a:defRPr>
            </a:pPr>
            <a:r>
              <a:rPr sz="3225" b="1">
                <a:solidFill>
                  <a:srgbClr val="003772"/>
                </a:solidFill>
                <a:latin typeface="DejaVu Sans"/>
                <a:ea typeface="DejaVu Sans"/>
                <a:cs typeface="DejaVu Sans"/>
              </a:rPr>
              <a:t>Álgebra de Boole</a:t>
            </a:r>
          </a:p>
        </p:txBody>
      </p:sp>
      <p:sp>
        <p:nvSpPr>
          <p:cNvPr id="4" name="">
            <a:extLst xmlns:a="http://schemas.openxmlformats.org/drawingml/2006/main">
              <a:ext uri="{FF2B5EF4-FFF2-40B4-BE49-F238E27FC236}">
                <a16:creationId xmlns:a16="http://schemas.microsoft.com/office/drawing/2014/main" id="{0DF43FBB-177E-4043-8CB1-565363F33C90}"/>
              </a:ext>
            </a:extLst>
          </p:cNvPr>
          <p:cNvSpPr>
            <a:spLocks xmlns:a="http://schemas.openxmlformats.org/drawingml/2006/main" noGrp="1"/>
          </p:cNvSpPr>
          <p:nvPr/>
        </p:nvSpPr>
        <p:spPr>
          <a:xfrm xmlns:a="http://schemas.openxmlformats.org/drawingml/2006/main">
            <a:off x="609600" y="5000625"/>
            <a:ext cx="1390650" cy="47625"/>
          </a:xfrm>
          <a:prstGeom xmlns:a="http://schemas.openxmlformats.org/drawingml/2006/main" prst="rect">
            <a:avLst/>
          </a:prstGeom>
          <a:solidFill xmlns:a="http://schemas.openxmlformats.org/drawingml/2006/main">
            <a:srgbClr val="FCC000"/>
          </a:solidFill>
          <a:ln xmlns:a="http://schemas.openxmlformats.org/drawingml/2006/main" w="0">
            <a:noFill/>
          </a:ln>
        </p:spPr>
      </p:sp>
      <p:sp>
        <p:nvSpPr>
          <p:cNvPr id="5" name="">
            <a:extLst xmlns:a="http://schemas.openxmlformats.org/drawingml/2006/main">
              <a:ext uri="{FF2B5EF4-FFF2-40B4-BE49-F238E27FC236}">
                <a16:creationId xmlns:a16="http://schemas.microsoft.com/office/drawing/2014/main" id="{B8EA8DD5-56DB-495F-AE41-A33519D8CAA7}"/>
              </a:ext>
            </a:extLst>
          </p:cNvPr>
          <p:cNvSpPr>
            <a:spLocks xmlns:a="http://schemas.openxmlformats.org/drawingml/2006/main" noGrp="1"/>
          </p:cNvSpPr>
          <p:nvPr/>
        </p:nvSpPr>
        <p:spPr>
          <a:xfrm xmlns:a="http://schemas.openxmlformats.org/drawingml/2006/main">
            <a:off x="695325" y="5381625"/>
            <a:ext cx="1047750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1800" b="0">
                <a:solidFill>
                  <a:srgbClr val="003772"/>
                </a:solidFill>
                <a:latin typeface="DejaVu Sans"/>
                <a:ea typeface="DejaVu Sans"/>
                <a:cs typeface="DejaVu Sans"/>
              </a:defRPr>
            </a:pPr>
            <a:r>
              <a:rPr sz="1800" b="0">
                <a:solidFill>
                  <a:srgbClr val="003772"/>
                </a:solidFill>
                <a:latin typeface="DejaVu Sans"/>
                <a:ea typeface="DejaVu Sans"/>
                <a:cs typeface="DejaVu Sans"/>
              </a:rPr>
              <a:t>Unidad 1 · 1.1 · Java</a:t>
            </a:r>
          </a:p>
        </p:txBody>
      </p:sp>
      <p:sp>
        <p:nvSpPr>
          <p:cNvPr id="6" name="">
            <a:extLst xmlns:a="http://schemas.openxmlformats.org/drawingml/2006/main">
              <a:ext uri="{FF2B5EF4-FFF2-40B4-BE49-F238E27FC236}">
                <a16:creationId xmlns:a16="http://schemas.microsoft.com/office/drawing/2014/main" id="{98FE69B6-E825-4849-A65F-1F203C85928B}"/>
              </a:ext>
            </a:extLst>
          </p:cNvPr>
          <p:cNvSpPr>
            <a:spLocks xmlns:a="http://schemas.openxmlformats.org/drawingml/2006/main" noGrp="1"/>
          </p:cNvSpPr>
          <p:nvPr/>
        </p:nvSpPr>
        <p:spPr>
          <a:xfrm xmlns:a="http://schemas.openxmlformats.org/drawingml/2006/main">
            <a:off x="695325" y="6029325"/>
            <a:ext cx="104775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1650" b="0">
                <a:solidFill>
                  <a:srgbClr val="5C5B5F"/>
                </a:solidFill>
                <a:latin typeface="DejaVu Sans"/>
                <a:ea typeface="DejaVu Sans"/>
                <a:cs typeface="DejaVu Sans"/>
              </a:defRPr>
            </a:pPr>
            <a:r>
              <a:rPr sz="1650" b="0">
                <a:solidFill>
                  <a:srgbClr val="5C5B5F"/>
                </a:solidFill>
                <a:latin typeface="DejaVu Sans"/>
                <a:ea typeface="DejaVu Sans"/>
                <a:cs typeface="DejaVu Sans"/>
              </a:rPr>
              <a:t>Ing. Pablo Torres, Mgtr.</a:t>
            </a:r>
          </a:p>
        </p:txBody>
      </p:sp>
    </p:spTree>
    <p:extLst>
      <p:ext uri="{BB962C8B-B14F-4D97-AF65-F5344CB8AC3E}">
        <p14:creationId xmlns:p14="http://schemas.microsoft.com/office/powerpoint/2010/main" val="288656864"/>
      </p:ext>
    </p:extLst>
  </p:cSld>
</p:sld>
</file>

<file path=ppt/slides/slide2.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8" name="">
            <a:extLst xmlns:a="http://schemas.openxmlformats.org/drawingml/2006/main">
              <a:ext uri="{FF2B5EF4-FFF2-40B4-BE49-F238E27FC236}">
                <a16:creationId xmlns:a16="http://schemas.microsoft.com/office/drawing/2014/main" id="{C3EA29D3-973B-4D26-A05A-C91095438E17}"/>
              </a:ext>
            </a:extLst>
          </p:cNvPr>
          <p:cNvSpPr>
            <a:spLocks xmlns:a="http://schemas.openxmlformats.org/drawingml/2006/main" noGrp="1"/>
          </p:cNvSpPr>
          <p:nvPr/>
        </p:nvSpPr>
        <p:spPr>
          <a:xfrm xmlns:a="http://schemas.openxmlformats.org/drawingml/2006/main">
            <a:off x="533400" y="457200"/>
            <a:ext cx="47625" cy="438150"/>
          </a:xfrm>
          <a:prstGeom xmlns:a="http://schemas.openxmlformats.org/drawingml/2006/main" prst="rect">
            <a:avLst/>
          </a:prstGeom>
          <a:solidFill xmlns:a="http://schemas.openxmlformats.org/drawingml/2006/main">
            <a:srgbClr val="FCC000"/>
          </a:solidFill>
          <a:ln xmlns:a="http://schemas.openxmlformats.org/drawingml/2006/main" w="0">
            <a:noFill/>
          </a:ln>
        </p:spPr>
      </p:sp>
      <p:sp>
        <p:nvSpPr>
          <p:cNvPr id="2" name="">
            <a:extLst xmlns:a="http://schemas.openxmlformats.org/drawingml/2006/main">
              <a:ext uri="{FF2B5EF4-FFF2-40B4-BE49-F238E27FC236}">
                <a16:creationId xmlns:a16="http://schemas.microsoft.com/office/drawing/2014/main" id="{7C40538B-D4A1-474F-A937-DBD51CF71FB0}"/>
              </a:ext>
            </a:extLst>
          </p:cNvPr>
          <p:cNvSpPr>
            <a:spLocks xmlns:a="http://schemas.openxmlformats.org/drawingml/2006/main" noGrp="1"/>
          </p:cNvSpPr>
          <p:nvPr/>
        </p:nvSpPr>
        <p:spPr>
          <a:xfrm xmlns:a="http://schemas.openxmlformats.org/drawingml/2006/main">
            <a:off x="809625" y="428625"/>
            <a:ext cx="10668000" cy="904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2925" b="1">
                <a:solidFill>
                  <a:srgbClr val="003772"/>
                </a:solidFill>
                <a:latin typeface="DejaVu Sans"/>
                <a:ea typeface="DejaVu Sans"/>
                <a:cs typeface="DejaVu Sans"/>
              </a:defRPr>
            </a:pPr>
            <a:r>
              <a:rPr sz="2925" b="1">
                <a:solidFill>
                  <a:srgbClr val="003772"/>
                </a:solidFill>
                <a:latin typeface="DejaVu Sans"/>
                <a:ea typeface="DejaVu Sans"/>
                <a:cs typeface="DejaVu Sans"/>
              </a:rPr>
              <a:t>Problema inicial</a:t>
            </a:r>
          </a:p>
        </p:txBody>
      </p:sp>
      <p:sp>
        <p:nvSpPr>
          <p:cNvPr id="3" name="">
            <a:extLst xmlns:a="http://schemas.openxmlformats.org/drawingml/2006/main">
              <a:ext uri="{FF2B5EF4-FFF2-40B4-BE49-F238E27FC236}">
                <a16:creationId xmlns:a16="http://schemas.microsoft.com/office/drawing/2014/main" id="{A7AD6A0B-3AAB-440A-823A-25D3FFBCD5C9}"/>
              </a:ext>
            </a:extLst>
          </p:cNvPr>
          <p:cNvSpPr>
            <a:spLocks xmlns:a="http://schemas.openxmlformats.org/drawingml/2006/main" noGrp="1"/>
          </p:cNvSpPr>
          <p:nvPr/>
        </p:nvSpPr>
        <p:spPr>
          <a:xfrm xmlns:a="http://schemas.openxmlformats.org/drawingml/2006/main">
            <a:off x="609600" y="6191250"/>
            <a:ext cx="10972800" cy="9525"/>
          </a:xfrm>
          <a:prstGeom xmlns:a="http://schemas.openxmlformats.org/drawingml/2006/main" prst="rect">
            <a:avLst/>
          </a:prstGeom>
          <a:solidFill xmlns:a="http://schemas.openxmlformats.org/drawingml/2006/main">
            <a:srgbClr val="D8DFEB"/>
          </a:solidFill>
          <a:ln xmlns:a="http://schemas.openxmlformats.org/drawingml/2006/main" w="0">
            <a:noFill/>
          </a:ln>
        </p:spPr>
      </p:sp>
      <p:sp>
        <p:nvSpPr>
          <p:cNvPr id="4" name="">
            <a:extLst xmlns:a="http://schemas.openxmlformats.org/drawingml/2006/main">
              <a:ext uri="{FF2B5EF4-FFF2-40B4-BE49-F238E27FC236}">
                <a16:creationId xmlns:a16="http://schemas.microsoft.com/office/drawing/2014/main" id="{1BB4C3D6-233B-4322-B350-3981D3A646E1}"/>
              </a:ext>
            </a:extLst>
          </p:cNvPr>
          <p:cNvSpPr>
            <a:spLocks xmlns:a="http://schemas.openxmlformats.org/drawingml/2006/main" noGrp="1"/>
          </p:cNvSpPr>
          <p:nvPr/>
        </p:nvSpPr>
        <p:spPr>
          <a:xfrm xmlns:a="http://schemas.openxmlformats.org/drawingml/2006/main">
            <a:off x="695325" y="6381750"/>
            <a:ext cx="923925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1200" b="0">
                <a:solidFill>
                  <a:srgbClr val="5C5B5F"/>
                </a:solidFill>
                <a:latin typeface="DejaVu Sans"/>
                <a:ea typeface="DejaVu Sans"/>
                <a:cs typeface="DejaVu Sans"/>
              </a:defRPr>
            </a:pPr>
            <a:r>
              <a:rPr sz="1200" b="0">
                <a:solidFill>
                  <a:srgbClr val="5C5B5F"/>
                </a:solidFill>
                <a:latin typeface="DejaVu Sans"/>
                <a:ea typeface="DejaVu Sans"/>
                <a:cs typeface="DejaVu Sans"/>
              </a:rPr>
              <a:t>Programación · 1.1</a:t>
            </a:r>
          </a:p>
        </p:txBody>
      </p:sp>
      <p:sp>
        <p:nvSpPr>
          <p:cNvPr id="5" name="">
            <a:extLst xmlns:a="http://schemas.openxmlformats.org/drawingml/2006/main">
              <a:ext uri="{FF2B5EF4-FFF2-40B4-BE49-F238E27FC236}">
                <a16:creationId xmlns:a16="http://schemas.microsoft.com/office/drawing/2014/main" id="{335A965D-574F-41E3-97D1-C6DDC64B3A02}"/>
              </a:ext>
            </a:extLst>
          </p:cNvPr>
          <p:cNvSpPr>
            <a:spLocks xmlns:a="http://schemas.openxmlformats.org/drawingml/2006/main" noGrp="1"/>
          </p:cNvSpPr>
          <p:nvPr/>
        </p:nvSpPr>
        <p:spPr>
          <a:xfrm xmlns:a="http://schemas.openxmlformats.org/drawingml/2006/main">
            <a:off x="11049000" y="6381750"/>
            <a:ext cx="428625"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1200" b="0">
                <a:solidFill>
                  <a:srgbClr val="5C5B5F"/>
                </a:solidFill>
                <a:latin typeface="DejaVu Sans"/>
                <a:ea typeface="DejaVu Sans"/>
                <a:cs typeface="DejaVu Sans"/>
              </a:defRPr>
            </a:pPr>
            <a:r>
              <a:rPr sz="1200" b="0">
                <a:solidFill>
                  <a:srgbClr val="5C5B5F"/>
                </a:solidFill>
                <a:latin typeface="DejaVu Sans"/>
                <a:ea typeface="DejaVu Sans"/>
                <a:cs typeface="DejaVu Sans"/>
              </a:rPr>
              <a:t>2</a:t>
            </a:r>
          </a:p>
        </p:txBody>
      </p:sp>
      <p:sp>
        <p:nvSpPr>
          <p:cNvPr id="6" name="">
            <a:extLst xmlns:a="http://schemas.openxmlformats.org/drawingml/2006/main">
              <a:ext uri="{FF2B5EF4-FFF2-40B4-BE49-F238E27FC236}">
                <a16:creationId xmlns:a16="http://schemas.microsoft.com/office/drawing/2014/main" id="{B6349327-5A00-4224-BB50-97232F3B56A7}"/>
              </a:ext>
            </a:extLst>
          </p:cNvPr>
          <p:cNvSpPr>
            <a:spLocks xmlns:a="http://schemas.openxmlformats.org/drawingml/2006/main" noGrp="1"/>
          </p:cNvSpPr>
          <p:nvPr/>
        </p:nvSpPr>
        <p:spPr>
          <a:xfrm xmlns:a="http://schemas.openxmlformats.org/drawingml/2006/main">
            <a:off x="819150" y="1714500"/>
            <a:ext cx="10477500" cy="2381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2475" b="0">
                <a:solidFill>
                  <a:srgbClr val="403F3B"/>
                </a:solidFill>
                <a:latin typeface="DejaVu Sans"/>
                <a:ea typeface="DejaVu Sans"/>
                <a:cs typeface="DejaVu Sans"/>
              </a:defRPr>
            </a:pPr>
            <a:r>
              <a:rPr sz="2475" b="0">
                <a:solidFill>
                  <a:srgbClr val="403F3B"/>
                </a:solidFill>
                <a:latin typeface="DejaVu Sans"/>
                <a:ea typeface="DejaVu Sans"/>
                <a:cs typeface="DejaVu Sans"/>
              </a:rPr>
              <a:t>Determinar cuándo permitir el acceso a una sala: disponer de credencial y reserva, o tener autorización del responsable. Convertir una regla verbal en una expresión permite revisar todos los casos, incluidos los que parecen excepcionales.</a:t>
            </a:r>
          </a:p>
        </p:txBody>
      </p:sp>
      <p:sp>
        <p:nvSpPr>
          <p:cNvPr id="7" name="">
            <a:extLst xmlns:a="http://schemas.openxmlformats.org/drawingml/2006/main">
              <a:ext uri="{FF2B5EF4-FFF2-40B4-BE49-F238E27FC236}">
                <a16:creationId xmlns:a16="http://schemas.microsoft.com/office/drawing/2014/main" id="{5175E6BA-AD49-4CA4-8762-77AEFFEFB036}"/>
              </a:ext>
            </a:extLst>
          </p:cNvPr>
          <p:cNvSpPr>
            <a:spLocks xmlns:a="http://schemas.openxmlformats.org/drawingml/2006/main" noGrp="1"/>
          </p:cNvSpPr>
          <p:nvPr/>
        </p:nvSpPr>
        <p:spPr>
          <a:xfrm xmlns:a="http://schemas.openxmlformats.org/drawingml/2006/main">
            <a:off x="819150" y="4762500"/>
            <a:ext cx="10477500" cy="714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2100" b="1">
                <a:solidFill>
                  <a:srgbClr val="003772"/>
                </a:solidFill>
                <a:latin typeface="DejaVu Sans"/>
                <a:ea typeface="DejaVu Sans"/>
                <a:cs typeface="DejaVu Sans"/>
              </a:defRPr>
            </a:pPr>
            <a:r>
              <a:rPr sz="2100" b="1">
                <a:solidFill>
                  <a:srgbClr val="003772"/>
                </a:solidFill>
                <a:latin typeface="DejaVu Sans"/>
                <a:ea typeface="DejaVu Sans"/>
                <a:cs typeface="DejaVu Sans"/>
              </a:rPr>
              <a:t>Anticipar entradas, reglas y salida antes de ejecutar.</a:t>
            </a:r>
          </a:p>
        </p:txBody>
      </p:sp>
    </p:spTree>
    <p:extLst>
      <p:ext uri="{BB962C8B-B14F-4D97-AF65-F5344CB8AC3E}">
        <p14:creationId xmlns:p14="http://schemas.microsoft.com/office/powerpoint/2010/main" val="1548635906"/>
      </p:ext>
    </p:extLst>
  </p:cSld>
</p:sld>
</file>

<file path=ppt/slides/slide3.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9" name="">
            <a:extLst xmlns:a="http://schemas.openxmlformats.org/drawingml/2006/main">
              <a:ext uri="{FF2B5EF4-FFF2-40B4-BE49-F238E27FC236}">
                <a16:creationId xmlns:a16="http://schemas.microsoft.com/office/drawing/2014/main" id="{FDED45E2-247A-4E10-B134-C11551B00FCC}"/>
              </a:ext>
            </a:extLst>
          </p:cNvPr>
          <p:cNvSpPr>
            <a:spLocks xmlns:a="http://schemas.openxmlformats.org/drawingml/2006/main" noGrp="1"/>
          </p:cNvSpPr>
          <p:nvPr/>
        </p:nvSpPr>
        <p:spPr>
          <a:xfrm xmlns:a="http://schemas.openxmlformats.org/drawingml/2006/main">
            <a:off x="533400" y="457200"/>
            <a:ext cx="47625" cy="438150"/>
          </a:xfrm>
          <a:prstGeom xmlns:a="http://schemas.openxmlformats.org/drawingml/2006/main" prst="rect">
            <a:avLst/>
          </a:prstGeom>
          <a:solidFill xmlns:a="http://schemas.openxmlformats.org/drawingml/2006/main">
            <a:srgbClr val="FCC000"/>
          </a:solidFill>
          <a:ln xmlns:a="http://schemas.openxmlformats.org/drawingml/2006/main" w="0">
            <a:noFill/>
          </a:ln>
        </p:spPr>
      </p:sp>
      <p:sp>
        <p:nvSpPr>
          <p:cNvPr id="2" name="">
            <a:extLst xmlns:a="http://schemas.openxmlformats.org/drawingml/2006/main">
              <a:ext uri="{FF2B5EF4-FFF2-40B4-BE49-F238E27FC236}">
                <a16:creationId xmlns:a16="http://schemas.microsoft.com/office/drawing/2014/main" id="{C37954B1-9F2F-4192-A05C-8CA2720C0218}"/>
              </a:ext>
            </a:extLst>
          </p:cNvPr>
          <p:cNvSpPr>
            <a:spLocks xmlns:a="http://schemas.openxmlformats.org/drawingml/2006/main" noGrp="1"/>
          </p:cNvSpPr>
          <p:nvPr/>
        </p:nvSpPr>
        <p:spPr>
          <a:xfrm xmlns:a="http://schemas.openxmlformats.org/drawingml/2006/main">
            <a:off x="809625" y="428625"/>
            <a:ext cx="10668000" cy="904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2925" b="1">
                <a:solidFill>
                  <a:srgbClr val="003772"/>
                </a:solidFill>
                <a:latin typeface="DejaVu Sans"/>
                <a:ea typeface="DejaVu Sans"/>
                <a:cs typeface="DejaVu Sans"/>
              </a:defRPr>
            </a:pPr>
            <a:r>
              <a:rPr sz="2925" b="1">
                <a:solidFill>
                  <a:srgbClr val="003772"/>
                </a:solidFill>
                <a:latin typeface="DejaVu Sans"/>
                <a:ea typeface="DejaVu Sans"/>
                <a:cs typeface="DejaVu Sans"/>
              </a:rPr>
              <a:t>Proposiciones y valores de verdad</a:t>
            </a:r>
          </a:p>
        </p:txBody>
      </p:sp>
      <p:sp>
        <p:nvSpPr>
          <p:cNvPr id="3" name="">
            <a:extLst xmlns:a="http://schemas.openxmlformats.org/drawingml/2006/main">
              <a:ext uri="{FF2B5EF4-FFF2-40B4-BE49-F238E27FC236}">
                <a16:creationId xmlns:a16="http://schemas.microsoft.com/office/drawing/2014/main" id="{4B684FCD-4FE5-49C2-8282-6C19F5D6ACB4}"/>
              </a:ext>
            </a:extLst>
          </p:cNvPr>
          <p:cNvSpPr>
            <a:spLocks xmlns:a="http://schemas.openxmlformats.org/drawingml/2006/main" noGrp="1"/>
          </p:cNvSpPr>
          <p:nvPr/>
        </p:nvSpPr>
        <p:spPr>
          <a:xfrm xmlns:a="http://schemas.openxmlformats.org/drawingml/2006/main">
            <a:off x="609600" y="6191250"/>
            <a:ext cx="10972800" cy="9525"/>
          </a:xfrm>
          <a:prstGeom xmlns:a="http://schemas.openxmlformats.org/drawingml/2006/main" prst="rect">
            <a:avLst/>
          </a:prstGeom>
          <a:solidFill xmlns:a="http://schemas.openxmlformats.org/drawingml/2006/main">
            <a:srgbClr val="D8DFEB"/>
          </a:solidFill>
          <a:ln xmlns:a="http://schemas.openxmlformats.org/drawingml/2006/main" w="0">
            <a:noFill/>
          </a:ln>
        </p:spPr>
      </p:sp>
      <p:sp>
        <p:nvSpPr>
          <p:cNvPr id="4" name="">
            <a:extLst xmlns:a="http://schemas.openxmlformats.org/drawingml/2006/main">
              <a:ext uri="{FF2B5EF4-FFF2-40B4-BE49-F238E27FC236}">
                <a16:creationId xmlns:a16="http://schemas.microsoft.com/office/drawing/2014/main" id="{2E9677D7-F00A-417F-A100-79C266AB530E}"/>
              </a:ext>
            </a:extLst>
          </p:cNvPr>
          <p:cNvSpPr>
            <a:spLocks xmlns:a="http://schemas.openxmlformats.org/drawingml/2006/main" noGrp="1"/>
          </p:cNvSpPr>
          <p:nvPr/>
        </p:nvSpPr>
        <p:spPr>
          <a:xfrm xmlns:a="http://schemas.openxmlformats.org/drawingml/2006/main">
            <a:off x="695325" y="6381750"/>
            <a:ext cx="923925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1200" b="0">
                <a:solidFill>
                  <a:srgbClr val="5C5B5F"/>
                </a:solidFill>
                <a:latin typeface="DejaVu Sans"/>
                <a:ea typeface="DejaVu Sans"/>
                <a:cs typeface="DejaVu Sans"/>
              </a:defRPr>
            </a:pPr>
            <a:r>
              <a:rPr sz="1200" b="0">
                <a:solidFill>
                  <a:srgbClr val="5C5B5F"/>
                </a:solidFill>
                <a:latin typeface="DejaVu Sans"/>
                <a:ea typeface="DejaVu Sans"/>
                <a:cs typeface="DejaVu Sans"/>
              </a:rPr>
              <a:t>Programación · 1.1</a:t>
            </a:r>
          </a:p>
        </p:txBody>
      </p:sp>
      <p:sp>
        <p:nvSpPr>
          <p:cNvPr id="5" name="">
            <a:extLst xmlns:a="http://schemas.openxmlformats.org/drawingml/2006/main">
              <a:ext uri="{FF2B5EF4-FFF2-40B4-BE49-F238E27FC236}">
                <a16:creationId xmlns:a16="http://schemas.microsoft.com/office/drawing/2014/main" id="{1C4D6EE3-2221-4096-8BC3-FC415BFCA9F1}"/>
              </a:ext>
            </a:extLst>
          </p:cNvPr>
          <p:cNvSpPr>
            <a:spLocks xmlns:a="http://schemas.openxmlformats.org/drawingml/2006/main" noGrp="1"/>
          </p:cNvSpPr>
          <p:nvPr/>
        </p:nvSpPr>
        <p:spPr>
          <a:xfrm xmlns:a="http://schemas.openxmlformats.org/drawingml/2006/main">
            <a:off x="11049000" y="6381750"/>
            <a:ext cx="428625"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1200" b="0">
                <a:solidFill>
                  <a:srgbClr val="5C5B5F"/>
                </a:solidFill>
                <a:latin typeface="DejaVu Sans"/>
                <a:ea typeface="DejaVu Sans"/>
                <a:cs typeface="DejaVu Sans"/>
              </a:defRPr>
            </a:pPr>
            <a:r>
              <a:rPr sz="1200" b="0">
                <a:solidFill>
                  <a:srgbClr val="5C5B5F"/>
                </a:solidFill>
                <a:latin typeface="DejaVu Sans"/>
                <a:ea typeface="DejaVu Sans"/>
                <a:cs typeface="DejaVu Sans"/>
              </a:rPr>
              <a:t>3</a:t>
            </a:r>
          </a:p>
        </p:txBody>
      </p:sp>
      <p:sp>
        <p:nvSpPr>
          <p:cNvPr id="6" name="">
            <a:extLst xmlns:a="http://schemas.openxmlformats.org/drawingml/2006/main">
              <a:ext uri="{FF2B5EF4-FFF2-40B4-BE49-F238E27FC236}">
                <a16:creationId xmlns:a16="http://schemas.microsoft.com/office/drawing/2014/main" id="{38FCB1A0-7B6E-41DB-94C5-A08AA425984C}"/>
              </a:ext>
            </a:extLst>
          </p:cNvPr>
          <p:cNvSpPr>
            <a:spLocks xmlns:a="http://schemas.openxmlformats.org/drawingml/2006/main" noGrp="1"/>
          </p:cNvSpPr>
          <p:nvPr/>
        </p:nvSpPr>
        <p:spPr>
          <a:xfrm xmlns:a="http://schemas.openxmlformats.org/drawingml/2006/main">
            <a:off x="819150" y="1619250"/>
            <a:ext cx="4810125" cy="3333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2175" b="0">
                <a:solidFill>
                  <a:srgbClr val="403F3B"/>
                </a:solidFill>
                <a:latin typeface="DejaVu Sans"/>
                <a:ea typeface="DejaVu Sans"/>
                <a:cs typeface="DejaVu Sans"/>
              </a:defRPr>
            </a:pPr>
            <a:r>
              <a:rPr sz="2175" b="0">
                <a:solidFill>
                  <a:srgbClr val="403F3B"/>
                </a:solidFill>
                <a:latin typeface="DejaVu Sans"/>
                <a:ea typeface="DejaVu Sans"/>
                <a:cs typeface="DejaVu Sans"/>
              </a:rPr>
              <a:t>Una proposición es un enunciado al que se puede asignar verdadero o falso dentro de un contexto definido. “La reserva está vigente” requiere especificar fecha y hora; una pregunta o una orden no es una proposición.</a:t>
            </a:r>
          </a:p>
        </p:txBody>
      </p:sp>
      <p:sp>
        <p:nvSpPr>
          <p:cNvPr id="7" name="">
            <a:extLst xmlns:a="http://schemas.openxmlformats.org/drawingml/2006/main">
              <a:ext uri="{FF2B5EF4-FFF2-40B4-BE49-F238E27FC236}">
                <a16:creationId xmlns:a16="http://schemas.microsoft.com/office/drawing/2014/main" id="{EA22B315-E96F-422A-A7EF-D285348E3513}"/>
              </a:ext>
            </a:extLst>
          </p:cNvPr>
          <p:cNvSpPr>
            <a:spLocks xmlns:a="http://schemas.openxmlformats.org/drawingml/2006/main" noGrp="1"/>
          </p:cNvSpPr>
          <p:nvPr/>
        </p:nvSpPr>
        <p:spPr>
          <a:xfrm xmlns:a="http://schemas.openxmlformats.org/drawingml/2006/main">
            <a:off x="6191250" y="1762125"/>
            <a:ext cx="5286375" cy="3286125"/>
          </a:xfrm>
          <a:prstGeom xmlns:a="http://schemas.openxmlformats.org/drawingml/2006/main" prst="rect">
            <a:avLst/>
          </a:prstGeom>
          <a:solidFill xmlns:a="http://schemas.openxmlformats.org/drawingml/2006/main">
            <a:srgbClr val="F3F3FA"/>
          </a:solidFill>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1875" b="0">
                <a:solidFill>
                  <a:srgbClr val="403F3B"/>
                </a:solidFill>
                <a:latin typeface="DejaVu Sans"/>
                <a:ea typeface="DejaVu Sans"/>
                <a:cs typeface="DejaVu Sans"/>
              </a:defRPr>
            </a:pPr>
            <a:r>
              <a:rPr sz="1875" b="0">
                <a:solidFill>
                  <a:srgbClr val="403F3B"/>
                </a:solidFill>
                <a:latin typeface="DejaVu Sans"/>
                <a:ea typeface="DejaVu Sans"/>
                <a:cs typeface="DejaVu Sans"/>
              </a:rPr>
              <a:t>boolean reserva = true;</a:t>
            </a:r>
          </a:p>
          <a:p xmlns:a="http://schemas.openxmlformats.org/drawingml/2006/main">
            <a:pPr>
              <a:defRPr sz="1875" b="0">
                <a:solidFill>
                  <a:srgbClr val="403F3B"/>
                </a:solidFill>
                <a:latin typeface="DejaVu Sans"/>
                <a:ea typeface="DejaVu Sans"/>
                <a:cs typeface="DejaVu Sans"/>
              </a:defRPr>
            </a:pPr>
            <a:r>
              <a:rPr sz="1875" b="0">
                <a:solidFill>
                  <a:srgbClr val="403F3B"/>
                </a:solidFill>
                <a:latin typeface="DejaVu Sans"/>
                <a:ea typeface="DejaVu Sans"/>
                <a:cs typeface="DejaVu Sans"/>
              </a:rPr>
              <a:t>boolean credencial = false;</a:t>
            </a:r>
          </a:p>
          <a:p xmlns:a="http://schemas.openxmlformats.org/drawingml/2006/main">
            <a:pPr>
              <a:defRPr sz="1875" b="0">
                <a:solidFill>
                  <a:srgbClr val="403F3B"/>
                </a:solidFill>
                <a:latin typeface="DejaVu Sans"/>
                <a:ea typeface="DejaVu Sans"/>
                <a:cs typeface="DejaVu Sans"/>
              </a:defRPr>
            </a:pPr>
            <a:r>
              <a:rPr sz="1875" b="0">
                <a:solidFill>
                  <a:srgbClr val="403F3B"/>
                </a:solidFill>
                <a:latin typeface="DejaVu Sans"/>
                <a:ea typeface="DejaVu Sans"/>
                <a:cs typeface="DejaVu Sans"/>
              </a:rPr>
              <a:t>System.out.println(reserva);</a:t>
            </a:r>
          </a:p>
        </p:txBody>
      </p:sp>
      <p:sp>
        <p:nvSpPr>
          <p:cNvPr id="8" name="">
            <a:extLst xmlns:a="http://schemas.openxmlformats.org/drawingml/2006/main">
              <a:ext uri="{FF2B5EF4-FFF2-40B4-BE49-F238E27FC236}">
                <a16:creationId xmlns:a16="http://schemas.microsoft.com/office/drawing/2014/main" id="{FC86D429-2399-4B0D-8E01-6C6B0D7E4D77}"/>
              </a:ext>
            </a:extLst>
          </p:cNvPr>
          <p:cNvSpPr>
            <a:spLocks xmlns:a="http://schemas.openxmlformats.org/drawingml/2006/main" noGrp="1"/>
          </p:cNvSpPr>
          <p:nvPr/>
        </p:nvSpPr>
        <p:spPr>
          <a:xfrm xmlns:a="http://schemas.openxmlformats.org/drawingml/2006/main">
            <a:off x="6191250" y="5238750"/>
            <a:ext cx="5286375" cy="809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1725" b="0">
                <a:solidFill>
                  <a:srgbClr val="003772"/>
                </a:solidFill>
                <a:latin typeface="DejaVu Sans"/>
                <a:ea typeface="DejaVu Sans"/>
                <a:cs typeface="DejaVu Sans"/>
              </a:defRPr>
            </a:pPr>
            <a:r>
              <a:rPr sz="1725" b="0">
                <a:solidFill>
                  <a:srgbClr val="003772"/>
                </a:solidFill>
                <a:latin typeface="DejaVu Sans"/>
                <a:ea typeface="DejaVu Sans"/>
                <a:cs typeface="DejaVu Sans"/>
              </a:rPr>
              <a:t>Usar boolean con true y false.</a:t>
            </a:r>
          </a:p>
        </p:txBody>
      </p:sp>
    </p:spTree>
    <p:extLst>
      <p:ext uri="{BB962C8B-B14F-4D97-AF65-F5344CB8AC3E}">
        <p14:creationId xmlns:p14="http://schemas.microsoft.com/office/powerpoint/2010/main" val="1992071542"/>
      </p:ext>
    </p:extLst>
  </p:cSld>
</p:sld>
</file>

<file path=ppt/slides/slide4.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9" name="">
            <a:extLst xmlns:a="http://schemas.openxmlformats.org/drawingml/2006/main">
              <a:ext uri="{FF2B5EF4-FFF2-40B4-BE49-F238E27FC236}">
                <a16:creationId xmlns:a16="http://schemas.microsoft.com/office/drawing/2014/main" id="{A9639F8E-B374-45B1-BE52-284775D384C7}"/>
              </a:ext>
            </a:extLst>
          </p:cNvPr>
          <p:cNvSpPr>
            <a:spLocks xmlns:a="http://schemas.openxmlformats.org/drawingml/2006/main" noGrp="1"/>
          </p:cNvSpPr>
          <p:nvPr/>
        </p:nvSpPr>
        <p:spPr>
          <a:xfrm xmlns:a="http://schemas.openxmlformats.org/drawingml/2006/main">
            <a:off x="533400" y="457200"/>
            <a:ext cx="47625" cy="438150"/>
          </a:xfrm>
          <a:prstGeom xmlns:a="http://schemas.openxmlformats.org/drawingml/2006/main" prst="rect">
            <a:avLst/>
          </a:prstGeom>
          <a:solidFill xmlns:a="http://schemas.openxmlformats.org/drawingml/2006/main">
            <a:srgbClr val="FCC000"/>
          </a:solidFill>
          <a:ln xmlns:a="http://schemas.openxmlformats.org/drawingml/2006/main" w="0">
            <a:noFill/>
          </a:ln>
        </p:spPr>
      </p:sp>
      <p:sp>
        <p:nvSpPr>
          <p:cNvPr id="2" name="">
            <a:extLst xmlns:a="http://schemas.openxmlformats.org/drawingml/2006/main">
              <a:ext uri="{FF2B5EF4-FFF2-40B4-BE49-F238E27FC236}">
                <a16:creationId xmlns:a16="http://schemas.microsoft.com/office/drawing/2014/main" id="{5A5E8549-8E61-46BB-B9F8-A12D63BF4D68}"/>
              </a:ext>
            </a:extLst>
          </p:cNvPr>
          <p:cNvSpPr>
            <a:spLocks xmlns:a="http://schemas.openxmlformats.org/drawingml/2006/main" noGrp="1"/>
          </p:cNvSpPr>
          <p:nvPr/>
        </p:nvSpPr>
        <p:spPr>
          <a:xfrm xmlns:a="http://schemas.openxmlformats.org/drawingml/2006/main">
            <a:off x="809625" y="428625"/>
            <a:ext cx="10668000" cy="904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2925" b="1">
                <a:solidFill>
                  <a:srgbClr val="003772"/>
                </a:solidFill>
                <a:latin typeface="DejaVu Sans"/>
                <a:ea typeface="DejaVu Sans"/>
                <a:cs typeface="DejaVu Sans"/>
              </a:defRPr>
            </a:pPr>
            <a:r>
              <a:rPr sz="2925" b="1">
                <a:solidFill>
                  <a:srgbClr val="003772"/>
                </a:solidFill>
                <a:latin typeface="DejaVu Sans"/>
                <a:ea typeface="DejaVu Sans"/>
                <a:cs typeface="DejaVu Sans"/>
              </a:rPr>
              <a:t>Negación, conjunción y disyunción</a:t>
            </a:r>
          </a:p>
        </p:txBody>
      </p:sp>
      <p:sp>
        <p:nvSpPr>
          <p:cNvPr id="3" name="">
            <a:extLst xmlns:a="http://schemas.openxmlformats.org/drawingml/2006/main">
              <a:ext uri="{FF2B5EF4-FFF2-40B4-BE49-F238E27FC236}">
                <a16:creationId xmlns:a16="http://schemas.microsoft.com/office/drawing/2014/main" id="{A08B3AFB-FBD2-4698-8335-FD111E9DDB51}"/>
              </a:ext>
            </a:extLst>
          </p:cNvPr>
          <p:cNvSpPr>
            <a:spLocks xmlns:a="http://schemas.openxmlformats.org/drawingml/2006/main" noGrp="1"/>
          </p:cNvSpPr>
          <p:nvPr/>
        </p:nvSpPr>
        <p:spPr>
          <a:xfrm xmlns:a="http://schemas.openxmlformats.org/drawingml/2006/main">
            <a:off x="609600" y="6191250"/>
            <a:ext cx="10972800" cy="9525"/>
          </a:xfrm>
          <a:prstGeom xmlns:a="http://schemas.openxmlformats.org/drawingml/2006/main" prst="rect">
            <a:avLst/>
          </a:prstGeom>
          <a:solidFill xmlns:a="http://schemas.openxmlformats.org/drawingml/2006/main">
            <a:srgbClr val="D8DFEB"/>
          </a:solidFill>
          <a:ln xmlns:a="http://schemas.openxmlformats.org/drawingml/2006/main" w="0">
            <a:noFill/>
          </a:ln>
        </p:spPr>
      </p:sp>
      <p:sp>
        <p:nvSpPr>
          <p:cNvPr id="4" name="">
            <a:extLst xmlns:a="http://schemas.openxmlformats.org/drawingml/2006/main">
              <a:ext uri="{FF2B5EF4-FFF2-40B4-BE49-F238E27FC236}">
                <a16:creationId xmlns:a16="http://schemas.microsoft.com/office/drawing/2014/main" id="{6DD1862D-F551-4046-BBDB-67612E85C805}"/>
              </a:ext>
            </a:extLst>
          </p:cNvPr>
          <p:cNvSpPr>
            <a:spLocks xmlns:a="http://schemas.openxmlformats.org/drawingml/2006/main" noGrp="1"/>
          </p:cNvSpPr>
          <p:nvPr/>
        </p:nvSpPr>
        <p:spPr>
          <a:xfrm xmlns:a="http://schemas.openxmlformats.org/drawingml/2006/main">
            <a:off x="695325" y="6381750"/>
            <a:ext cx="923925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1200" b="0">
                <a:solidFill>
                  <a:srgbClr val="5C5B5F"/>
                </a:solidFill>
                <a:latin typeface="DejaVu Sans"/>
                <a:ea typeface="DejaVu Sans"/>
                <a:cs typeface="DejaVu Sans"/>
              </a:defRPr>
            </a:pPr>
            <a:r>
              <a:rPr sz="1200" b="0">
                <a:solidFill>
                  <a:srgbClr val="5C5B5F"/>
                </a:solidFill>
                <a:latin typeface="DejaVu Sans"/>
                <a:ea typeface="DejaVu Sans"/>
                <a:cs typeface="DejaVu Sans"/>
              </a:rPr>
              <a:t>Programación · 1.1</a:t>
            </a:r>
          </a:p>
        </p:txBody>
      </p:sp>
      <p:sp>
        <p:nvSpPr>
          <p:cNvPr id="5" name="">
            <a:extLst xmlns:a="http://schemas.openxmlformats.org/drawingml/2006/main">
              <a:ext uri="{FF2B5EF4-FFF2-40B4-BE49-F238E27FC236}">
                <a16:creationId xmlns:a16="http://schemas.microsoft.com/office/drawing/2014/main" id="{23588D93-C041-4C59-93B4-C601BAC61721}"/>
              </a:ext>
            </a:extLst>
          </p:cNvPr>
          <p:cNvSpPr>
            <a:spLocks xmlns:a="http://schemas.openxmlformats.org/drawingml/2006/main" noGrp="1"/>
          </p:cNvSpPr>
          <p:nvPr/>
        </p:nvSpPr>
        <p:spPr>
          <a:xfrm xmlns:a="http://schemas.openxmlformats.org/drawingml/2006/main">
            <a:off x="11049000" y="6381750"/>
            <a:ext cx="428625"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1200" b="0">
                <a:solidFill>
                  <a:srgbClr val="5C5B5F"/>
                </a:solidFill>
                <a:latin typeface="DejaVu Sans"/>
                <a:ea typeface="DejaVu Sans"/>
                <a:cs typeface="DejaVu Sans"/>
              </a:defRPr>
            </a:pPr>
            <a:r>
              <a:rPr sz="1200" b="0">
                <a:solidFill>
                  <a:srgbClr val="5C5B5F"/>
                </a:solidFill>
                <a:latin typeface="DejaVu Sans"/>
                <a:ea typeface="DejaVu Sans"/>
                <a:cs typeface="DejaVu Sans"/>
              </a:rPr>
              <a:t>4</a:t>
            </a:r>
          </a:p>
        </p:txBody>
      </p:sp>
      <p:sp>
        <p:nvSpPr>
          <p:cNvPr id="6" name="">
            <a:extLst xmlns:a="http://schemas.openxmlformats.org/drawingml/2006/main">
              <a:ext uri="{FF2B5EF4-FFF2-40B4-BE49-F238E27FC236}">
                <a16:creationId xmlns:a16="http://schemas.microsoft.com/office/drawing/2014/main" id="{845C4B48-28B3-48DB-9BAF-EFB29FA85867}"/>
              </a:ext>
            </a:extLst>
          </p:cNvPr>
          <p:cNvSpPr>
            <a:spLocks xmlns:a="http://schemas.openxmlformats.org/drawingml/2006/main" noGrp="1"/>
          </p:cNvSpPr>
          <p:nvPr/>
        </p:nvSpPr>
        <p:spPr>
          <a:xfrm xmlns:a="http://schemas.openxmlformats.org/drawingml/2006/main">
            <a:off x="819150" y="1619250"/>
            <a:ext cx="4810125" cy="3333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2175" b="0">
                <a:solidFill>
                  <a:srgbClr val="403F3B"/>
                </a:solidFill>
                <a:latin typeface="DejaVu Sans"/>
                <a:ea typeface="DejaVu Sans"/>
                <a:cs typeface="DejaVu Sans"/>
              </a:defRPr>
            </a:pPr>
            <a:r>
              <a:rPr sz="2175" b="0">
                <a:solidFill>
                  <a:srgbClr val="403F3B"/>
                </a:solidFill>
                <a:latin typeface="DejaVu Sans"/>
                <a:ea typeface="DejaVu Sans"/>
                <a:cs typeface="DejaVu Sans"/>
              </a:rPr>
              <a:t>La negación invierte un valor. La conjunción exige que ambas proposiciones sean verdaderas.</a:t>
            </a:r>
          </a:p>
        </p:txBody>
      </p:sp>
      <p:sp>
        <p:nvSpPr>
          <p:cNvPr id="7" name="">
            <a:extLst xmlns:a="http://schemas.openxmlformats.org/drawingml/2006/main">
              <a:ext uri="{FF2B5EF4-FFF2-40B4-BE49-F238E27FC236}">
                <a16:creationId xmlns:a16="http://schemas.microsoft.com/office/drawing/2014/main" id="{DDD0A085-1628-4202-A4DB-94EFE7F83790}"/>
              </a:ext>
            </a:extLst>
          </p:cNvPr>
          <p:cNvSpPr>
            <a:spLocks xmlns:a="http://schemas.openxmlformats.org/drawingml/2006/main" noGrp="1"/>
          </p:cNvSpPr>
          <p:nvPr/>
        </p:nvSpPr>
        <p:spPr>
          <a:xfrm xmlns:a="http://schemas.openxmlformats.org/drawingml/2006/main">
            <a:off x="6191250" y="1762125"/>
            <a:ext cx="5286375" cy="3286125"/>
          </a:xfrm>
          <a:prstGeom xmlns:a="http://schemas.openxmlformats.org/drawingml/2006/main" prst="rect">
            <a:avLst/>
          </a:prstGeom>
          <a:solidFill xmlns:a="http://schemas.openxmlformats.org/drawingml/2006/main">
            <a:srgbClr val="F3F3FA"/>
          </a:solidFill>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1350" b="0">
                <a:solidFill>
                  <a:srgbClr val="403F3B"/>
                </a:solidFill>
                <a:latin typeface="DejaVu Sans"/>
                <a:ea typeface="DejaVu Sans"/>
                <a:cs typeface="DejaVu Sans"/>
              </a:defRPr>
            </a:pPr>
            <a:r>
              <a:rPr sz="1350" b="0">
                <a:solidFill>
                  <a:srgbClr val="403F3B"/>
                </a:solidFill>
                <a:latin typeface="DejaVu Sans"/>
                <a:ea typeface="DejaVu Sans"/>
                <a:cs typeface="DejaVu Sans"/>
              </a:rPr>
              <a:t>boolean p = true, q = false;</a:t>
            </a:r>
          </a:p>
          <a:p xmlns:a="http://schemas.openxmlformats.org/drawingml/2006/main">
            <a:pPr>
              <a:defRPr sz="1350" b="0">
                <a:solidFill>
                  <a:srgbClr val="403F3B"/>
                </a:solidFill>
                <a:latin typeface="DejaVu Sans"/>
                <a:ea typeface="DejaVu Sans"/>
                <a:cs typeface="DejaVu Sans"/>
              </a:defRPr>
            </a:pPr>
            <a:r>
              <a:rPr sz="1350" b="0">
                <a:solidFill>
                  <a:srgbClr val="403F3B"/>
                </a:solidFill>
                <a:latin typeface="DejaVu Sans"/>
                <a:ea typeface="DejaVu Sans"/>
                <a:cs typeface="DejaVu Sans"/>
              </a:rPr>
              <a:t>System.out.println((p &amp;&amp; q) + " " + (p || q) + " " + !p);</a:t>
            </a:r>
          </a:p>
        </p:txBody>
      </p:sp>
      <p:sp>
        <p:nvSpPr>
          <p:cNvPr id="8" name="">
            <a:extLst xmlns:a="http://schemas.openxmlformats.org/drawingml/2006/main">
              <a:ext uri="{FF2B5EF4-FFF2-40B4-BE49-F238E27FC236}">
                <a16:creationId xmlns:a16="http://schemas.microsoft.com/office/drawing/2014/main" id="{2D750A11-FB94-4F49-912D-34289E6E6E73}"/>
              </a:ext>
            </a:extLst>
          </p:cNvPr>
          <p:cNvSpPr>
            <a:spLocks xmlns:a="http://schemas.openxmlformats.org/drawingml/2006/main" noGrp="1"/>
          </p:cNvSpPr>
          <p:nvPr/>
        </p:nvSpPr>
        <p:spPr>
          <a:xfrm xmlns:a="http://schemas.openxmlformats.org/drawingml/2006/main">
            <a:off x="6191250" y="5238750"/>
            <a:ext cx="5286375" cy="809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1725" b="0">
                <a:solidFill>
                  <a:srgbClr val="003772"/>
                </a:solidFill>
                <a:latin typeface="DejaVu Sans"/>
                <a:ea typeface="DejaVu Sans"/>
                <a:cs typeface="DejaVu Sans"/>
              </a:defRPr>
            </a:pPr>
            <a:r>
              <a:rPr sz="1725" b="0">
                <a:solidFill>
                  <a:srgbClr val="003772"/>
                </a:solidFill>
                <a:latin typeface="DejaVu Sans"/>
                <a:ea typeface="DejaVu Sans"/>
                <a:cs typeface="DejaVu Sans"/>
              </a:rPr>
              <a:t>Escribir !, &amp;&amp; y ||.</a:t>
            </a:r>
          </a:p>
        </p:txBody>
      </p:sp>
    </p:spTree>
    <p:extLst>
      <p:ext uri="{BB962C8B-B14F-4D97-AF65-F5344CB8AC3E}">
        <p14:creationId xmlns:p14="http://schemas.microsoft.com/office/powerpoint/2010/main" val="1862507898"/>
      </p:ext>
    </p:extLst>
  </p:cSld>
</p:sld>
</file>

<file path=ppt/slides/slide5.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9" name="">
            <a:extLst xmlns:a="http://schemas.openxmlformats.org/drawingml/2006/main">
              <a:ext uri="{FF2B5EF4-FFF2-40B4-BE49-F238E27FC236}">
                <a16:creationId xmlns:a16="http://schemas.microsoft.com/office/drawing/2014/main" id="{451EE49F-08B0-4CD0-A14D-5DA0F784774F}"/>
              </a:ext>
            </a:extLst>
          </p:cNvPr>
          <p:cNvSpPr>
            <a:spLocks xmlns:a="http://schemas.openxmlformats.org/drawingml/2006/main" noGrp="1"/>
          </p:cNvSpPr>
          <p:nvPr/>
        </p:nvSpPr>
        <p:spPr>
          <a:xfrm xmlns:a="http://schemas.openxmlformats.org/drawingml/2006/main">
            <a:off x="533400" y="457200"/>
            <a:ext cx="47625" cy="438150"/>
          </a:xfrm>
          <a:prstGeom xmlns:a="http://schemas.openxmlformats.org/drawingml/2006/main" prst="rect">
            <a:avLst/>
          </a:prstGeom>
          <a:solidFill xmlns:a="http://schemas.openxmlformats.org/drawingml/2006/main">
            <a:srgbClr val="FCC000"/>
          </a:solidFill>
          <a:ln xmlns:a="http://schemas.openxmlformats.org/drawingml/2006/main" w="0">
            <a:noFill/>
          </a:ln>
        </p:spPr>
      </p:sp>
      <p:sp>
        <p:nvSpPr>
          <p:cNvPr id="2" name="">
            <a:extLst xmlns:a="http://schemas.openxmlformats.org/drawingml/2006/main">
              <a:ext uri="{FF2B5EF4-FFF2-40B4-BE49-F238E27FC236}">
                <a16:creationId xmlns:a16="http://schemas.microsoft.com/office/drawing/2014/main" id="{B1E7DAFD-5FBD-4901-A4A8-ADCB6DA65991}"/>
              </a:ext>
            </a:extLst>
          </p:cNvPr>
          <p:cNvSpPr>
            <a:spLocks xmlns:a="http://schemas.openxmlformats.org/drawingml/2006/main" noGrp="1"/>
          </p:cNvSpPr>
          <p:nvPr/>
        </p:nvSpPr>
        <p:spPr>
          <a:xfrm xmlns:a="http://schemas.openxmlformats.org/drawingml/2006/main">
            <a:off x="809625" y="428625"/>
            <a:ext cx="10668000" cy="904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2925" b="1">
                <a:solidFill>
                  <a:srgbClr val="003772"/>
                </a:solidFill>
                <a:latin typeface="DejaVu Sans"/>
                <a:ea typeface="DejaVu Sans"/>
                <a:cs typeface="DejaVu Sans"/>
              </a:defRPr>
            </a:pPr>
            <a:r>
              <a:rPr sz="2925" b="1">
                <a:solidFill>
                  <a:srgbClr val="003772"/>
                </a:solidFill>
                <a:latin typeface="DejaVu Sans"/>
                <a:ea typeface="DejaVu Sans"/>
                <a:cs typeface="DejaVu Sans"/>
              </a:rPr>
              <a:t>Equivalencia y leyes de De Morgan</a:t>
            </a:r>
          </a:p>
        </p:txBody>
      </p:sp>
      <p:sp>
        <p:nvSpPr>
          <p:cNvPr id="3" name="">
            <a:extLst xmlns:a="http://schemas.openxmlformats.org/drawingml/2006/main">
              <a:ext uri="{FF2B5EF4-FFF2-40B4-BE49-F238E27FC236}">
                <a16:creationId xmlns:a16="http://schemas.microsoft.com/office/drawing/2014/main" id="{083C63C7-84A6-496B-BE98-2B1EAE91F178}"/>
              </a:ext>
            </a:extLst>
          </p:cNvPr>
          <p:cNvSpPr>
            <a:spLocks xmlns:a="http://schemas.openxmlformats.org/drawingml/2006/main" noGrp="1"/>
          </p:cNvSpPr>
          <p:nvPr/>
        </p:nvSpPr>
        <p:spPr>
          <a:xfrm xmlns:a="http://schemas.openxmlformats.org/drawingml/2006/main">
            <a:off x="609600" y="6191250"/>
            <a:ext cx="10972800" cy="9525"/>
          </a:xfrm>
          <a:prstGeom xmlns:a="http://schemas.openxmlformats.org/drawingml/2006/main" prst="rect">
            <a:avLst/>
          </a:prstGeom>
          <a:solidFill xmlns:a="http://schemas.openxmlformats.org/drawingml/2006/main">
            <a:srgbClr val="D8DFEB"/>
          </a:solidFill>
          <a:ln xmlns:a="http://schemas.openxmlformats.org/drawingml/2006/main" w="0">
            <a:noFill/>
          </a:ln>
        </p:spPr>
      </p:sp>
      <p:sp>
        <p:nvSpPr>
          <p:cNvPr id="4" name="">
            <a:extLst xmlns:a="http://schemas.openxmlformats.org/drawingml/2006/main">
              <a:ext uri="{FF2B5EF4-FFF2-40B4-BE49-F238E27FC236}">
                <a16:creationId xmlns:a16="http://schemas.microsoft.com/office/drawing/2014/main" id="{603C8514-5433-4F95-84E9-DBDD28E47411}"/>
              </a:ext>
            </a:extLst>
          </p:cNvPr>
          <p:cNvSpPr>
            <a:spLocks xmlns:a="http://schemas.openxmlformats.org/drawingml/2006/main" noGrp="1"/>
          </p:cNvSpPr>
          <p:nvPr/>
        </p:nvSpPr>
        <p:spPr>
          <a:xfrm xmlns:a="http://schemas.openxmlformats.org/drawingml/2006/main">
            <a:off x="695325" y="6381750"/>
            <a:ext cx="923925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1200" b="0">
                <a:solidFill>
                  <a:srgbClr val="5C5B5F"/>
                </a:solidFill>
                <a:latin typeface="DejaVu Sans"/>
                <a:ea typeface="DejaVu Sans"/>
                <a:cs typeface="DejaVu Sans"/>
              </a:defRPr>
            </a:pPr>
            <a:r>
              <a:rPr sz="1200" b="0">
                <a:solidFill>
                  <a:srgbClr val="5C5B5F"/>
                </a:solidFill>
                <a:latin typeface="DejaVu Sans"/>
                <a:ea typeface="DejaVu Sans"/>
                <a:cs typeface="DejaVu Sans"/>
              </a:rPr>
              <a:t>Programación · 1.1</a:t>
            </a:r>
          </a:p>
        </p:txBody>
      </p:sp>
      <p:sp>
        <p:nvSpPr>
          <p:cNvPr id="5" name="">
            <a:extLst xmlns:a="http://schemas.openxmlformats.org/drawingml/2006/main">
              <a:ext uri="{FF2B5EF4-FFF2-40B4-BE49-F238E27FC236}">
                <a16:creationId xmlns:a16="http://schemas.microsoft.com/office/drawing/2014/main" id="{B740EE0D-9142-4F83-A5D5-BE6A54630380}"/>
              </a:ext>
            </a:extLst>
          </p:cNvPr>
          <p:cNvSpPr>
            <a:spLocks xmlns:a="http://schemas.openxmlformats.org/drawingml/2006/main" noGrp="1"/>
          </p:cNvSpPr>
          <p:nvPr/>
        </p:nvSpPr>
        <p:spPr>
          <a:xfrm xmlns:a="http://schemas.openxmlformats.org/drawingml/2006/main">
            <a:off x="11049000" y="6381750"/>
            <a:ext cx="428625"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1200" b="0">
                <a:solidFill>
                  <a:srgbClr val="5C5B5F"/>
                </a:solidFill>
                <a:latin typeface="DejaVu Sans"/>
                <a:ea typeface="DejaVu Sans"/>
                <a:cs typeface="DejaVu Sans"/>
              </a:defRPr>
            </a:pPr>
            <a:r>
              <a:rPr sz="1200" b="0">
                <a:solidFill>
                  <a:srgbClr val="5C5B5F"/>
                </a:solidFill>
                <a:latin typeface="DejaVu Sans"/>
                <a:ea typeface="DejaVu Sans"/>
                <a:cs typeface="DejaVu Sans"/>
              </a:rPr>
              <a:t>5</a:t>
            </a:r>
          </a:p>
        </p:txBody>
      </p:sp>
      <p:sp>
        <p:nvSpPr>
          <p:cNvPr id="6" name="">
            <a:extLst xmlns:a="http://schemas.openxmlformats.org/drawingml/2006/main">
              <a:ext uri="{FF2B5EF4-FFF2-40B4-BE49-F238E27FC236}">
                <a16:creationId xmlns:a16="http://schemas.microsoft.com/office/drawing/2014/main" id="{CE83A2A3-82F7-4324-B4C6-2B5AE85E2281}"/>
              </a:ext>
            </a:extLst>
          </p:cNvPr>
          <p:cNvSpPr>
            <a:spLocks xmlns:a="http://schemas.openxmlformats.org/drawingml/2006/main" noGrp="1"/>
          </p:cNvSpPr>
          <p:nvPr/>
        </p:nvSpPr>
        <p:spPr>
          <a:xfrm xmlns:a="http://schemas.openxmlformats.org/drawingml/2006/main">
            <a:off x="819150" y="1619250"/>
            <a:ext cx="4810125" cy="3333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2175" b="0">
                <a:solidFill>
                  <a:srgbClr val="403F3B"/>
                </a:solidFill>
                <a:latin typeface="DejaVu Sans"/>
                <a:ea typeface="DejaVu Sans"/>
                <a:cs typeface="DejaVu Sans"/>
              </a:defRPr>
            </a:pPr>
            <a:r>
              <a:rPr sz="2175" b="0">
                <a:solidFill>
                  <a:srgbClr val="403F3B"/>
                </a:solidFill>
                <a:latin typeface="DejaVu Sans"/>
                <a:ea typeface="DejaVu Sans"/>
                <a:cs typeface="DejaVu Sans"/>
              </a:rPr>
              <a:t>Dos expresiones son equivalentes cuando coinciden para todas las asignaciones de sus variables. Una coincidencia aislada no demuestra equivalencia.</a:t>
            </a:r>
          </a:p>
        </p:txBody>
      </p:sp>
      <p:sp>
        <p:nvSpPr>
          <p:cNvPr id="7" name="">
            <a:extLst xmlns:a="http://schemas.openxmlformats.org/drawingml/2006/main">
              <a:ext uri="{FF2B5EF4-FFF2-40B4-BE49-F238E27FC236}">
                <a16:creationId xmlns:a16="http://schemas.microsoft.com/office/drawing/2014/main" id="{934CBE03-BEC6-45D6-8E46-6723795EFB15}"/>
              </a:ext>
            </a:extLst>
          </p:cNvPr>
          <p:cNvSpPr>
            <a:spLocks xmlns:a="http://schemas.openxmlformats.org/drawingml/2006/main" noGrp="1"/>
          </p:cNvSpPr>
          <p:nvPr/>
        </p:nvSpPr>
        <p:spPr>
          <a:xfrm xmlns:a="http://schemas.openxmlformats.org/drawingml/2006/main">
            <a:off x="6191250" y="1762125"/>
            <a:ext cx="5286375" cy="3286125"/>
          </a:xfrm>
          <a:prstGeom xmlns:a="http://schemas.openxmlformats.org/drawingml/2006/main" prst="rect">
            <a:avLst/>
          </a:prstGeom>
          <a:solidFill xmlns:a="http://schemas.openxmlformats.org/drawingml/2006/main">
            <a:srgbClr val="F3F3FA"/>
          </a:solidFill>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1425" b="0">
                <a:solidFill>
                  <a:srgbClr val="403F3B"/>
                </a:solidFill>
                <a:latin typeface="DejaVu Sans"/>
                <a:ea typeface="DejaVu Sans"/>
                <a:cs typeface="DejaVu Sans"/>
              </a:defRPr>
            </a:pPr>
            <a:r>
              <a:rPr sz="1425" b="0">
                <a:solidFill>
                  <a:srgbClr val="403F3B"/>
                </a:solidFill>
                <a:latin typeface="DejaVu Sans"/>
                <a:ea typeface="DejaVu Sans"/>
                <a:cs typeface="DejaVu Sans"/>
              </a:rPr>
              <a:t>boolean p = true, q = false;</a:t>
            </a:r>
          </a:p>
          <a:p xmlns:a="http://schemas.openxmlformats.org/drawingml/2006/main">
            <a:pPr>
              <a:defRPr sz="1425" b="0">
                <a:solidFill>
                  <a:srgbClr val="403F3B"/>
                </a:solidFill>
                <a:latin typeface="DejaVu Sans"/>
                <a:ea typeface="DejaVu Sans"/>
                <a:cs typeface="DejaVu Sans"/>
              </a:defRPr>
            </a:pPr>
            <a:r>
              <a:rPr sz="1425" b="0">
                <a:solidFill>
                  <a:srgbClr val="403F3B"/>
                </a:solidFill>
                <a:latin typeface="DejaVu Sans"/>
                <a:ea typeface="DejaVu Sans"/>
                <a:cs typeface="DejaVu Sans"/>
              </a:rPr>
              <a:t>System.out.println(!(p &amp;&amp; q) == (!p || !q));</a:t>
            </a:r>
          </a:p>
        </p:txBody>
      </p:sp>
      <p:sp>
        <p:nvSpPr>
          <p:cNvPr id="8" name="">
            <a:extLst xmlns:a="http://schemas.openxmlformats.org/drawingml/2006/main">
              <a:ext uri="{FF2B5EF4-FFF2-40B4-BE49-F238E27FC236}">
                <a16:creationId xmlns:a16="http://schemas.microsoft.com/office/drawing/2014/main" id="{5698D1DD-7201-4644-9378-05ABEE18E10D}"/>
              </a:ext>
            </a:extLst>
          </p:cNvPr>
          <p:cNvSpPr>
            <a:spLocks xmlns:a="http://schemas.openxmlformats.org/drawingml/2006/main" noGrp="1"/>
          </p:cNvSpPr>
          <p:nvPr/>
        </p:nvSpPr>
        <p:spPr>
          <a:xfrm xmlns:a="http://schemas.openxmlformats.org/drawingml/2006/main">
            <a:off x="6191250" y="5238750"/>
            <a:ext cx="5286375" cy="809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1725" b="0">
                <a:solidFill>
                  <a:srgbClr val="003772"/>
                </a:solidFill>
                <a:latin typeface="DejaVu Sans"/>
                <a:ea typeface="DejaVu Sans"/>
                <a:cs typeface="DejaVu Sans"/>
              </a:defRPr>
            </a:pPr>
            <a:r>
              <a:rPr sz="1725" b="0">
                <a:solidFill>
                  <a:srgbClr val="003772"/>
                </a:solidFill>
                <a:latin typeface="DejaVu Sans"/>
                <a:ea typeface="DejaVu Sans"/>
                <a:cs typeface="DejaVu Sans"/>
              </a:rPr>
              <a:t>Comparar !(p &amp;&amp; q) con !p || !q.</a:t>
            </a:r>
          </a:p>
        </p:txBody>
      </p:sp>
    </p:spTree>
    <p:extLst>
      <p:ext uri="{BB962C8B-B14F-4D97-AF65-F5344CB8AC3E}">
        <p14:creationId xmlns:p14="http://schemas.microsoft.com/office/powerpoint/2010/main" val="230136993"/>
      </p:ext>
    </p:extLst>
  </p:cSld>
</p:sld>
</file>

<file path=ppt/slides/slide6.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9" name="">
            <a:extLst xmlns:a="http://schemas.openxmlformats.org/drawingml/2006/main">
              <a:ext uri="{FF2B5EF4-FFF2-40B4-BE49-F238E27FC236}">
                <a16:creationId xmlns:a16="http://schemas.microsoft.com/office/drawing/2014/main" id="{75483268-479D-462C-A91B-3ECCACC76C2F}"/>
              </a:ext>
            </a:extLst>
          </p:cNvPr>
          <p:cNvSpPr>
            <a:spLocks xmlns:a="http://schemas.openxmlformats.org/drawingml/2006/main" noGrp="1"/>
          </p:cNvSpPr>
          <p:nvPr/>
        </p:nvSpPr>
        <p:spPr>
          <a:xfrm xmlns:a="http://schemas.openxmlformats.org/drawingml/2006/main">
            <a:off x="533400" y="457200"/>
            <a:ext cx="47625" cy="438150"/>
          </a:xfrm>
          <a:prstGeom xmlns:a="http://schemas.openxmlformats.org/drawingml/2006/main" prst="rect">
            <a:avLst/>
          </a:prstGeom>
          <a:solidFill xmlns:a="http://schemas.openxmlformats.org/drawingml/2006/main">
            <a:srgbClr val="FCC000"/>
          </a:solidFill>
          <a:ln xmlns:a="http://schemas.openxmlformats.org/drawingml/2006/main" w="0">
            <a:noFill/>
          </a:ln>
        </p:spPr>
      </p:sp>
      <p:sp>
        <p:nvSpPr>
          <p:cNvPr id="2" name="">
            <a:extLst xmlns:a="http://schemas.openxmlformats.org/drawingml/2006/main">
              <a:ext uri="{FF2B5EF4-FFF2-40B4-BE49-F238E27FC236}">
                <a16:creationId xmlns:a16="http://schemas.microsoft.com/office/drawing/2014/main" id="{47DCE9DC-6FF7-4ED7-B1FE-496B460DBD6E}"/>
              </a:ext>
            </a:extLst>
          </p:cNvPr>
          <p:cNvSpPr>
            <a:spLocks xmlns:a="http://schemas.openxmlformats.org/drawingml/2006/main" noGrp="1"/>
          </p:cNvSpPr>
          <p:nvPr/>
        </p:nvSpPr>
        <p:spPr>
          <a:xfrm xmlns:a="http://schemas.openxmlformats.org/drawingml/2006/main">
            <a:off x="809625" y="428625"/>
            <a:ext cx="10668000" cy="904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2925" b="1">
                <a:solidFill>
                  <a:srgbClr val="003772"/>
                </a:solidFill>
                <a:latin typeface="DejaVu Sans"/>
                <a:ea typeface="DejaVu Sans"/>
                <a:cs typeface="DejaVu Sans"/>
              </a:defRPr>
            </a:pPr>
            <a:r>
              <a:rPr sz="2925" b="1">
                <a:solidFill>
                  <a:srgbClr val="003772"/>
                </a:solidFill>
                <a:latin typeface="DejaVu Sans"/>
                <a:ea typeface="DejaVu Sans"/>
                <a:cs typeface="DejaVu Sans"/>
              </a:rPr>
              <a:t>Reglas, implicación y comprobación</a:t>
            </a:r>
          </a:p>
        </p:txBody>
      </p:sp>
      <p:sp>
        <p:nvSpPr>
          <p:cNvPr id="3" name="">
            <a:extLst xmlns:a="http://schemas.openxmlformats.org/drawingml/2006/main">
              <a:ext uri="{FF2B5EF4-FFF2-40B4-BE49-F238E27FC236}">
                <a16:creationId xmlns:a16="http://schemas.microsoft.com/office/drawing/2014/main" id="{8D6D162E-9955-4F75-B6BF-63A4FCB36B16}"/>
              </a:ext>
            </a:extLst>
          </p:cNvPr>
          <p:cNvSpPr>
            <a:spLocks xmlns:a="http://schemas.openxmlformats.org/drawingml/2006/main" noGrp="1"/>
          </p:cNvSpPr>
          <p:nvPr/>
        </p:nvSpPr>
        <p:spPr>
          <a:xfrm xmlns:a="http://schemas.openxmlformats.org/drawingml/2006/main">
            <a:off x="609600" y="6191250"/>
            <a:ext cx="10972800" cy="9525"/>
          </a:xfrm>
          <a:prstGeom xmlns:a="http://schemas.openxmlformats.org/drawingml/2006/main" prst="rect">
            <a:avLst/>
          </a:prstGeom>
          <a:solidFill xmlns:a="http://schemas.openxmlformats.org/drawingml/2006/main">
            <a:srgbClr val="D8DFEB"/>
          </a:solidFill>
          <a:ln xmlns:a="http://schemas.openxmlformats.org/drawingml/2006/main" w="0">
            <a:noFill/>
          </a:ln>
        </p:spPr>
      </p:sp>
      <p:sp>
        <p:nvSpPr>
          <p:cNvPr id="4" name="">
            <a:extLst xmlns:a="http://schemas.openxmlformats.org/drawingml/2006/main">
              <a:ext uri="{FF2B5EF4-FFF2-40B4-BE49-F238E27FC236}">
                <a16:creationId xmlns:a16="http://schemas.microsoft.com/office/drawing/2014/main" id="{FB7CBDB8-A2F2-4C47-89B3-1FECF9D93E69}"/>
              </a:ext>
            </a:extLst>
          </p:cNvPr>
          <p:cNvSpPr>
            <a:spLocks xmlns:a="http://schemas.openxmlformats.org/drawingml/2006/main" noGrp="1"/>
          </p:cNvSpPr>
          <p:nvPr/>
        </p:nvSpPr>
        <p:spPr>
          <a:xfrm xmlns:a="http://schemas.openxmlformats.org/drawingml/2006/main">
            <a:off x="695325" y="6381750"/>
            <a:ext cx="923925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1200" b="0">
                <a:solidFill>
                  <a:srgbClr val="5C5B5F"/>
                </a:solidFill>
                <a:latin typeface="DejaVu Sans"/>
                <a:ea typeface="DejaVu Sans"/>
                <a:cs typeface="DejaVu Sans"/>
              </a:defRPr>
            </a:pPr>
            <a:r>
              <a:rPr sz="1200" b="0">
                <a:solidFill>
                  <a:srgbClr val="5C5B5F"/>
                </a:solidFill>
                <a:latin typeface="DejaVu Sans"/>
                <a:ea typeface="DejaVu Sans"/>
                <a:cs typeface="DejaVu Sans"/>
              </a:rPr>
              <a:t>Programación · 1.1</a:t>
            </a:r>
          </a:p>
        </p:txBody>
      </p:sp>
      <p:sp>
        <p:nvSpPr>
          <p:cNvPr id="5" name="">
            <a:extLst xmlns:a="http://schemas.openxmlformats.org/drawingml/2006/main">
              <a:ext uri="{FF2B5EF4-FFF2-40B4-BE49-F238E27FC236}">
                <a16:creationId xmlns:a16="http://schemas.microsoft.com/office/drawing/2014/main" id="{91F5053D-C883-4ADC-825C-F58CCE23A1E7}"/>
              </a:ext>
            </a:extLst>
          </p:cNvPr>
          <p:cNvSpPr>
            <a:spLocks xmlns:a="http://schemas.openxmlformats.org/drawingml/2006/main" noGrp="1"/>
          </p:cNvSpPr>
          <p:nvPr/>
        </p:nvSpPr>
        <p:spPr>
          <a:xfrm xmlns:a="http://schemas.openxmlformats.org/drawingml/2006/main">
            <a:off x="11049000" y="6381750"/>
            <a:ext cx="428625"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1200" b="0">
                <a:solidFill>
                  <a:srgbClr val="5C5B5F"/>
                </a:solidFill>
                <a:latin typeface="DejaVu Sans"/>
                <a:ea typeface="DejaVu Sans"/>
                <a:cs typeface="DejaVu Sans"/>
              </a:defRPr>
            </a:pPr>
            <a:r>
              <a:rPr sz="1200" b="0">
                <a:solidFill>
                  <a:srgbClr val="5C5B5F"/>
                </a:solidFill>
                <a:latin typeface="DejaVu Sans"/>
                <a:ea typeface="DejaVu Sans"/>
                <a:cs typeface="DejaVu Sans"/>
              </a:rPr>
              <a:t>6</a:t>
            </a:r>
          </a:p>
        </p:txBody>
      </p:sp>
      <p:sp>
        <p:nvSpPr>
          <p:cNvPr id="6" name="">
            <a:extLst xmlns:a="http://schemas.openxmlformats.org/drawingml/2006/main">
              <a:ext uri="{FF2B5EF4-FFF2-40B4-BE49-F238E27FC236}">
                <a16:creationId xmlns:a16="http://schemas.microsoft.com/office/drawing/2014/main" id="{9C8F247F-AE29-4879-856D-D9A09AFA535A}"/>
              </a:ext>
            </a:extLst>
          </p:cNvPr>
          <p:cNvSpPr>
            <a:spLocks xmlns:a="http://schemas.openxmlformats.org/drawingml/2006/main" noGrp="1"/>
          </p:cNvSpPr>
          <p:nvPr/>
        </p:nvSpPr>
        <p:spPr>
          <a:xfrm xmlns:a="http://schemas.openxmlformats.org/drawingml/2006/main">
            <a:off x="819150" y="1619250"/>
            <a:ext cx="4810125" cy="3333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2175" b="0">
                <a:solidFill>
                  <a:srgbClr val="403F3B"/>
                </a:solidFill>
                <a:latin typeface="DejaVu Sans"/>
                <a:ea typeface="DejaVu Sans"/>
                <a:cs typeface="DejaVu Sans"/>
              </a:defRPr>
            </a:pPr>
            <a:r>
              <a:rPr sz="2175" b="0">
                <a:solidFill>
                  <a:srgbClr val="403F3B"/>
                </a:solidFill>
                <a:latin typeface="DejaVu Sans"/>
                <a:ea typeface="DejaVu Sans"/>
                <a:cs typeface="DejaVu Sans"/>
              </a:rPr>
              <a:t>La implicación p implica q solo es falsa cuando p es verdadera y q falsa. No expresa por sí misma una causa.</a:t>
            </a:r>
          </a:p>
        </p:txBody>
      </p:sp>
      <p:sp>
        <p:nvSpPr>
          <p:cNvPr id="7" name="">
            <a:extLst xmlns:a="http://schemas.openxmlformats.org/drawingml/2006/main">
              <a:ext uri="{FF2B5EF4-FFF2-40B4-BE49-F238E27FC236}">
                <a16:creationId xmlns:a16="http://schemas.microsoft.com/office/drawing/2014/main" id="{158B4D19-9FC6-4B37-960D-728D86616042}"/>
              </a:ext>
            </a:extLst>
          </p:cNvPr>
          <p:cNvSpPr>
            <a:spLocks xmlns:a="http://schemas.openxmlformats.org/drawingml/2006/main" noGrp="1"/>
          </p:cNvSpPr>
          <p:nvPr/>
        </p:nvSpPr>
        <p:spPr>
          <a:xfrm xmlns:a="http://schemas.openxmlformats.org/drawingml/2006/main">
            <a:off x="6191250" y="1762125"/>
            <a:ext cx="5286375" cy="3286125"/>
          </a:xfrm>
          <a:prstGeom xmlns:a="http://schemas.openxmlformats.org/drawingml/2006/main" prst="rect">
            <a:avLst/>
          </a:prstGeom>
          <a:solidFill xmlns:a="http://schemas.openxmlformats.org/drawingml/2006/main">
            <a:srgbClr val="F3F3FA"/>
          </a:solidFill>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1875" b="0">
                <a:solidFill>
                  <a:srgbClr val="403F3B"/>
                </a:solidFill>
                <a:latin typeface="DejaVu Sans"/>
                <a:ea typeface="DejaVu Sans"/>
                <a:cs typeface="DejaVu Sans"/>
              </a:defRPr>
            </a:pPr>
            <a:r>
              <a:rPr sz="1875" b="0">
                <a:solidFill>
                  <a:srgbClr val="403F3B"/>
                </a:solidFill>
                <a:latin typeface="DejaVu Sans"/>
                <a:ea typeface="DejaVu Sans"/>
                <a:cs typeface="DejaVu Sans"/>
              </a:rPr>
              <a:t>boolean p = true, q = false;</a:t>
            </a:r>
          </a:p>
          <a:p xmlns:a="http://schemas.openxmlformats.org/drawingml/2006/main">
            <a:pPr>
              <a:defRPr sz="1875" b="0">
                <a:solidFill>
                  <a:srgbClr val="403F3B"/>
                </a:solidFill>
                <a:latin typeface="DejaVu Sans"/>
                <a:ea typeface="DejaVu Sans"/>
                <a:cs typeface="DejaVu Sans"/>
              </a:defRPr>
            </a:pPr>
            <a:r>
              <a:rPr sz="1875" b="0">
                <a:solidFill>
                  <a:srgbClr val="403F3B"/>
                </a:solidFill>
                <a:latin typeface="DejaVu Sans"/>
                <a:ea typeface="DejaVu Sans"/>
                <a:cs typeface="DejaVu Sans"/>
              </a:rPr>
              <a:t>System.out.println(!p || q);</a:t>
            </a:r>
          </a:p>
        </p:txBody>
      </p:sp>
      <p:sp>
        <p:nvSpPr>
          <p:cNvPr id="8" name="">
            <a:extLst xmlns:a="http://schemas.openxmlformats.org/drawingml/2006/main">
              <a:ext uri="{FF2B5EF4-FFF2-40B4-BE49-F238E27FC236}">
                <a16:creationId xmlns:a16="http://schemas.microsoft.com/office/drawing/2014/main" id="{513776A2-A209-42D9-BD00-068AFCE6D331}"/>
              </a:ext>
            </a:extLst>
          </p:cNvPr>
          <p:cNvSpPr>
            <a:spLocks xmlns:a="http://schemas.openxmlformats.org/drawingml/2006/main" noGrp="1"/>
          </p:cNvSpPr>
          <p:nvPr/>
        </p:nvSpPr>
        <p:spPr>
          <a:xfrm xmlns:a="http://schemas.openxmlformats.org/drawingml/2006/main">
            <a:off x="6191250" y="5238750"/>
            <a:ext cx="5286375" cy="809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1725" b="0">
                <a:solidFill>
                  <a:srgbClr val="003772"/>
                </a:solidFill>
                <a:latin typeface="DejaVu Sans"/>
                <a:ea typeface="DejaVu Sans"/>
                <a:cs typeface="DejaVu Sans"/>
              </a:defRPr>
            </a:pPr>
            <a:r>
              <a:rPr sz="1725" b="0">
                <a:solidFill>
                  <a:srgbClr val="003772"/>
                </a:solidFill>
                <a:latin typeface="DejaVu Sans"/>
                <a:ea typeface="DejaVu Sans"/>
                <a:cs typeface="DejaVu Sans"/>
              </a:rPr>
              <a:t>Expresar una implicación como !p || q.</a:t>
            </a:r>
          </a:p>
        </p:txBody>
      </p:sp>
    </p:spTree>
    <p:extLst>
      <p:ext uri="{BB962C8B-B14F-4D97-AF65-F5344CB8AC3E}">
        <p14:creationId xmlns:p14="http://schemas.microsoft.com/office/powerpoint/2010/main" val="1694086667"/>
      </p:ext>
    </p:extLst>
  </p:cSld>
</p:sld>
</file>

<file path=ppt/slides/slide7.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8" name="">
            <a:extLst xmlns:a="http://schemas.openxmlformats.org/drawingml/2006/main">
              <a:ext uri="{FF2B5EF4-FFF2-40B4-BE49-F238E27FC236}">
                <a16:creationId xmlns:a16="http://schemas.microsoft.com/office/drawing/2014/main" id="{37343014-7171-4000-92D7-F614047AC10C}"/>
              </a:ext>
            </a:extLst>
          </p:cNvPr>
          <p:cNvSpPr>
            <a:spLocks xmlns:a="http://schemas.openxmlformats.org/drawingml/2006/main" noGrp="1"/>
          </p:cNvSpPr>
          <p:nvPr/>
        </p:nvSpPr>
        <p:spPr>
          <a:xfrm xmlns:a="http://schemas.openxmlformats.org/drawingml/2006/main">
            <a:off x="533400" y="457200"/>
            <a:ext cx="47625" cy="438150"/>
          </a:xfrm>
          <a:prstGeom xmlns:a="http://schemas.openxmlformats.org/drawingml/2006/main" prst="rect">
            <a:avLst/>
          </a:prstGeom>
          <a:solidFill xmlns:a="http://schemas.openxmlformats.org/drawingml/2006/main">
            <a:srgbClr val="FCC000"/>
          </a:solidFill>
          <a:ln xmlns:a="http://schemas.openxmlformats.org/drawingml/2006/main" w="0">
            <a:noFill/>
          </a:ln>
        </p:spPr>
      </p:sp>
      <p:sp>
        <p:nvSpPr>
          <p:cNvPr id="2" name="">
            <a:extLst xmlns:a="http://schemas.openxmlformats.org/drawingml/2006/main">
              <a:ext uri="{FF2B5EF4-FFF2-40B4-BE49-F238E27FC236}">
                <a16:creationId xmlns:a16="http://schemas.microsoft.com/office/drawing/2014/main" id="{7501D11D-E222-4E7B-924A-04EFD718CCC4}"/>
              </a:ext>
            </a:extLst>
          </p:cNvPr>
          <p:cNvSpPr>
            <a:spLocks xmlns:a="http://schemas.openxmlformats.org/drawingml/2006/main" noGrp="1"/>
          </p:cNvSpPr>
          <p:nvPr/>
        </p:nvSpPr>
        <p:spPr>
          <a:xfrm xmlns:a="http://schemas.openxmlformats.org/drawingml/2006/main">
            <a:off x="809625" y="428625"/>
            <a:ext cx="10668000" cy="904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2925" b="1">
                <a:solidFill>
                  <a:srgbClr val="003772"/>
                </a:solidFill>
                <a:latin typeface="DejaVu Sans"/>
                <a:ea typeface="DejaVu Sans"/>
                <a:cs typeface="DejaVu Sans"/>
              </a:defRPr>
            </a:pPr>
            <a:r>
              <a:rPr sz="2925" b="1">
                <a:solidFill>
                  <a:srgbClr val="003772"/>
                </a:solidFill>
                <a:latin typeface="DejaVu Sans"/>
                <a:ea typeface="DejaVu Sans"/>
                <a:cs typeface="DejaVu Sans"/>
              </a:rPr>
              <a:t>Contrato y recorrido de la demostración</a:t>
            </a:r>
          </a:p>
        </p:txBody>
      </p:sp>
      <p:sp>
        <p:nvSpPr>
          <p:cNvPr id="3" name="">
            <a:extLst xmlns:a="http://schemas.openxmlformats.org/drawingml/2006/main">
              <a:ext uri="{FF2B5EF4-FFF2-40B4-BE49-F238E27FC236}">
                <a16:creationId xmlns:a16="http://schemas.microsoft.com/office/drawing/2014/main" id="{B3768221-23B7-4651-AF6A-D9CD984B8D53}"/>
              </a:ext>
            </a:extLst>
          </p:cNvPr>
          <p:cNvSpPr>
            <a:spLocks xmlns:a="http://schemas.openxmlformats.org/drawingml/2006/main" noGrp="1"/>
          </p:cNvSpPr>
          <p:nvPr/>
        </p:nvSpPr>
        <p:spPr>
          <a:xfrm xmlns:a="http://schemas.openxmlformats.org/drawingml/2006/main">
            <a:off x="609600" y="6191250"/>
            <a:ext cx="10972800" cy="9525"/>
          </a:xfrm>
          <a:prstGeom xmlns:a="http://schemas.openxmlformats.org/drawingml/2006/main" prst="rect">
            <a:avLst/>
          </a:prstGeom>
          <a:solidFill xmlns:a="http://schemas.openxmlformats.org/drawingml/2006/main">
            <a:srgbClr val="D8DFEB"/>
          </a:solidFill>
          <a:ln xmlns:a="http://schemas.openxmlformats.org/drawingml/2006/main" w="0">
            <a:noFill/>
          </a:ln>
        </p:spPr>
      </p:sp>
      <p:sp>
        <p:nvSpPr>
          <p:cNvPr id="4" name="">
            <a:extLst xmlns:a="http://schemas.openxmlformats.org/drawingml/2006/main">
              <a:ext uri="{FF2B5EF4-FFF2-40B4-BE49-F238E27FC236}">
                <a16:creationId xmlns:a16="http://schemas.microsoft.com/office/drawing/2014/main" id="{6F73EACF-AE92-42B4-ABD3-3763A1B74D24}"/>
              </a:ext>
            </a:extLst>
          </p:cNvPr>
          <p:cNvSpPr>
            <a:spLocks xmlns:a="http://schemas.openxmlformats.org/drawingml/2006/main" noGrp="1"/>
          </p:cNvSpPr>
          <p:nvPr/>
        </p:nvSpPr>
        <p:spPr>
          <a:xfrm xmlns:a="http://schemas.openxmlformats.org/drawingml/2006/main">
            <a:off x="695325" y="6381750"/>
            <a:ext cx="923925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1200" b="0">
                <a:solidFill>
                  <a:srgbClr val="5C5B5F"/>
                </a:solidFill>
                <a:latin typeface="DejaVu Sans"/>
                <a:ea typeface="DejaVu Sans"/>
                <a:cs typeface="DejaVu Sans"/>
              </a:defRPr>
            </a:pPr>
            <a:r>
              <a:rPr sz="1200" b="0">
                <a:solidFill>
                  <a:srgbClr val="5C5B5F"/>
                </a:solidFill>
                <a:latin typeface="DejaVu Sans"/>
                <a:ea typeface="DejaVu Sans"/>
                <a:cs typeface="DejaVu Sans"/>
              </a:rPr>
              <a:t>Programación · 1.1</a:t>
            </a:r>
          </a:p>
        </p:txBody>
      </p:sp>
      <p:sp>
        <p:nvSpPr>
          <p:cNvPr id="5" name="">
            <a:extLst xmlns:a="http://schemas.openxmlformats.org/drawingml/2006/main">
              <a:ext uri="{FF2B5EF4-FFF2-40B4-BE49-F238E27FC236}">
                <a16:creationId xmlns:a16="http://schemas.microsoft.com/office/drawing/2014/main" id="{30F3E41D-3C5A-4C86-B165-F30581D4F2E1}"/>
              </a:ext>
            </a:extLst>
          </p:cNvPr>
          <p:cNvSpPr>
            <a:spLocks xmlns:a="http://schemas.openxmlformats.org/drawingml/2006/main" noGrp="1"/>
          </p:cNvSpPr>
          <p:nvPr/>
        </p:nvSpPr>
        <p:spPr>
          <a:xfrm xmlns:a="http://schemas.openxmlformats.org/drawingml/2006/main">
            <a:off x="11049000" y="6381750"/>
            <a:ext cx="428625"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1200" b="0">
                <a:solidFill>
                  <a:srgbClr val="5C5B5F"/>
                </a:solidFill>
                <a:latin typeface="DejaVu Sans"/>
                <a:ea typeface="DejaVu Sans"/>
                <a:cs typeface="DejaVu Sans"/>
              </a:defRPr>
            </a:pPr>
            <a:r>
              <a:rPr sz="1200" b="0">
                <a:solidFill>
                  <a:srgbClr val="5C5B5F"/>
                </a:solidFill>
                <a:latin typeface="DejaVu Sans"/>
                <a:ea typeface="DejaVu Sans"/>
                <a:cs typeface="DejaVu Sans"/>
              </a:rPr>
              <a:t>7</a:t>
            </a:r>
          </a:p>
        </p:txBody>
      </p:sp>
      <p:sp>
        <p:nvSpPr>
          <p:cNvPr id="6" name="">
            <a:extLst xmlns:a="http://schemas.openxmlformats.org/drawingml/2006/main">
              <a:ext uri="{FF2B5EF4-FFF2-40B4-BE49-F238E27FC236}">
                <a16:creationId xmlns:a16="http://schemas.microsoft.com/office/drawing/2014/main" id="{C0F1CA31-870E-4213-BEB0-F74AB78B69AF}"/>
              </a:ext>
            </a:extLst>
          </p:cNvPr>
          <p:cNvSpPr>
            <a:spLocks xmlns:a="http://schemas.openxmlformats.org/drawingml/2006/main" noGrp="1"/>
          </p:cNvSpPr>
          <p:nvPr/>
        </p:nvSpPr>
        <p:spPr>
          <a:xfrm xmlns:a="http://schemas.openxmlformats.org/drawingml/2006/main">
            <a:off x="809625" y="2047875"/>
            <a:ext cx="3286125" cy="2476500"/>
          </a:xfrm>
          <a:prstGeom xmlns:a="http://schemas.openxmlformats.org/drawingml/2006/main" prst="rect">
            <a:avLst/>
          </a:prstGeom>
          <a:solidFill xmlns:a="http://schemas.openxmlformats.org/drawingml/2006/main">
            <a:srgbClr val="F3F3FA"/>
          </a:solidFill>
          <a:ln xmlns:a="http://schemas.openxmlformats.org/drawingml/2006/main" w="0">
            <a:noFill/>
          </a:ln>
        </p:spPr>
      </p:sp>
      <p:sp>
        <p:nvSpPr>
          <p:cNvPr id="7" name="">
            <a:extLst xmlns:a="http://schemas.openxmlformats.org/drawingml/2006/main">
              <a:ext uri="{FF2B5EF4-FFF2-40B4-BE49-F238E27FC236}">
                <a16:creationId xmlns:a16="http://schemas.microsoft.com/office/drawing/2014/main" id="{A4373304-85E3-4B42-906A-9D0C6B8DDFB1}"/>
              </a:ext>
            </a:extLst>
          </p:cNvPr>
          <p:cNvSpPr>
            <a:spLocks xmlns:a="http://schemas.openxmlformats.org/drawingml/2006/main" noGrp="1"/>
          </p:cNvSpPr>
          <p:nvPr/>
        </p:nvSpPr>
        <p:spPr>
          <a:xfrm xmlns:a="http://schemas.openxmlformats.org/drawingml/2006/main">
            <a:off x="1000125" y="2286000"/>
            <a:ext cx="285750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1950" b="1">
                <a:solidFill>
                  <a:srgbClr val="003772"/>
                </a:solidFill>
                <a:latin typeface="DejaVu Sans"/>
                <a:ea typeface="DejaVu Sans"/>
                <a:cs typeface="DejaVu Sans"/>
              </a:defRPr>
            </a:pPr>
            <a:r>
              <a:rPr sz="1950" b="1">
                <a:solidFill>
                  <a:srgbClr val="003772"/>
                </a:solidFill>
                <a:latin typeface="DejaVu Sans"/>
                <a:ea typeface="DejaVu Sans"/>
                <a:cs typeface="DejaVu Sans"/>
              </a:rPr>
              <a:t>ENTRADA</a:t>
            </a:r>
          </a:p>
        </p:txBody>
      </p:sp>
      <p:sp>
        <p:nvSpPr>
          <p:cNvPr id="8" name="">
            <a:extLst xmlns:a="http://schemas.openxmlformats.org/drawingml/2006/main">
              <a:ext uri="{FF2B5EF4-FFF2-40B4-BE49-F238E27FC236}">
                <a16:creationId xmlns:a16="http://schemas.microsoft.com/office/drawing/2014/main" id="{AABE6FC2-F4C4-4971-9864-3781A6000BBF}"/>
              </a:ext>
            </a:extLst>
          </p:cNvPr>
          <p:cNvSpPr>
            <a:spLocks xmlns:a="http://schemas.openxmlformats.org/drawingml/2006/main" noGrp="1"/>
          </p:cNvSpPr>
          <p:nvPr/>
        </p:nvSpPr>
        <p:spPr>
          <a:xfrm xmlns:a="http://schemas.openxmlformats.org/drawingml/2006/main">
            <a:off x="1000125" y="3028950"/>
            <a:ext cx="2857500" cy="1285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1875" b="0">
                <a:solidFill>
                  <a:srgbClr val="403F3B"/>
                </a:solidFill>
                <a:latin typeface="DejaVu Sans"/>
                <a:ea typeface="DejaVu Sans"/>
                <a:cs typeface="DejaVu Sans"/>
              </a:defRPr>
            </a:pPr>
            <a:r>
              <a:rPr sz="1875" b="0">
                <a:solidFill>
                  <a:srgbClr val="403F3B"/>
                </a:solidFill>
                <a:latin typeface="DejaVu Sans"/>
                <a:ea typeface="DejaVu Sans"/>
                <a:cs typeface="DejaVu Sans"/>
              </a:rPr>
              <a:t>Datos definidos en el ejemplo</a:t>
            </a:r>
          </a:p>
        </p:txBody>
      </p:sp>
      <p:sp>
        <p:nvSpPr>
          <p:cNvPr id="9" name="">
            <a:extLst xmlns:a="http://schemas.openxmlformats.org/drawingml/2006/main">
              <a:ext uri="{FF2B5EF4-FFF2-40B4-BE49-F238E27FC236}">
                <a16:creationId xmlns:a16="http://schemas.microsoft.com/office/drawing/2014/main" id="{7317E564-0127-4442-8B43-596794228E3F}"/>
              </a:ext>
            </a:extLst>
          </p:cNvPr>
          <p:cNvSpPr>
            <a:spLocks xmlns:a="http://schemas.openxmlformats.org/drawingml/2006/main" noGrp="1"/>
          </p:cNvSpPr>
          <p:nvPr/>
        </p:nvSpPr>
        <p:spPr>
          <a:xfrm xmlns:a="http://schemas.openxmlformats.org/drawingml/2006/main">
            <a:off x="4143375" y="3095625"/>
            <a:ext cx="381000"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2475" b="1">
                <a:solidFill>
                  <a:srgbClr val="003772"/>
                </a:solidFill>
                <a:latin typeface="DejaVu Sans"/>
                <a:ea typeface="DejaVu Sans"/>
                <a:cs typeface="DejaVu Sans"/>
              </a:defRPr>
            </a:pPr>
            <a:r>
              <a:rPr sz="2475" b="1">
                <a:solidFill>
                  <a:srgbClr val="003772"/>
                </a:solidFill>
                <a:latin typeface="DejaVu Sans"/>
                <a:ea typeface="DejaVu Sans"/>
                <a:cs typeface="DejaVu Sans"/>
              </a:rPr>
              <a:t>→</a:t>
            </a:r>
          </a:p>
        </p:txBody>
      </p:sp>
      <p:sp>
        <p:nvSpPr>
          <p:cNvPr id="10" name="">
            <a:extLst xmlns:a="http://schemas.openxmlformats.org/drawingml/2006/main">
              <a:ext uri="{FF2B5EF4-FFF2-40B4-BE49-F238E27FC236}">
                <a16:creationId xmlns:a16="http://schemas.microsoft.com/office/drawing/2014/main" id="{3D4F6172-39BF-4D59-B47D-9ED883CFA63C}"/>
              </a:ext>
            </a:extLst>
          </p:cNvPr>
          <p:cNvSpPr>
            <a:spLocks xmlns:a="http://schemas.openxmlformats.org/drawingml/2006/main" noGrp="1"/>
          </p:cNvSpPr>
          <p:nvPr/>
        </p:nvSpPr>
        <p:spPr>
          <a:xfrm xmlns:a="http://schemas.openxmlformats.org/drawingml/2006/main">
            <a:off x="4552950" y="2047875"/>
            <a:ext cx="3286125" cy="2476500"/>
          </a:xfrm>
          <a:prstGeom xmlns:a="http://schemas.openxmlformats.org/drawingml/2006/main" prst="rect">
            <a:avLst/>
          </a:prstGeom>
          <a:solidFill xmlns:a="http://schemas.openxmlformats.org/drawingml/2006/main">
            <a:srgbClr val="F3F3FA"/>
          </a:solidFill>
          <a:ln xmlns:a="http://schemas.openxmlformats.org/drawingml/2006/main" w="0">
            <a:noFill/>
          </a:ln>
        </p:spPr>
      </p:sp>
      <p:sp>
        <p:nvSpPr>
          <p:cNvPr id="11" name="">
            <a:extLst xmlns:a="http://schemas.openxmlformats.org/drawingml/2006/main">
              <a:ext uri="{FF2B5EF4-FFF2-40B4-BE49-F238E27FC236}">
                <a16:creationId xmlns:a16="http://schemas.microsoft.com/office/drawing/2014/main" id="{82DC8EB0-F490-4DCB-86CD-26D1D2A4FBB5}"/>
              </a:ext>
            </a:extLst>
          </p:cNvPr>
          <p:cNvSpPr>
            <a:spLocks xmlns:a="http://schemas.openxmlformats.org/drawingml/2006/main" noGrp="1"/>
          </p:cNvSpPr>
          <p:nvPr/>
        </p:nvSpPr>
        <p:spPr>
          <a:xfrm xmlns:a="http://schemas.openxmlformats.org/drawingml/2006/main">
            <a:off x="4743450" y="2286000"/>
            <a:ext cx="285750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1950" b="1">
                <a:solidFill>
                  <a:srgbClr val="003772"/>
                </a:solidFill>
                <a:latin typeface="DejaVu Sans"/>
                <a:ea typeface="DejaVu Sans"/>
                <a:cs typeface="DejaVu Sans"/>
              </a:defRPr>
            </a:pPr>
            <a:r>
              <a:rPr sz="1950" b="1">
                <a:solidFill>
                  <a:srgbClr val="003772"/>
                </a:solidFill>
                <a:latin typeface="DejaVu Sans"/>
                <a:ea typeface="DejaVu Sans"/>
                <a:cs typeface="DejaVu Sans"/>
              </a:rPr>
              <a:t>PROCESO</a:t>
            </a:r>
          </a:p>
        </p:txBody>
      </p:sp>
      <p:sp>
        <p:nvSpPr>
          <p:cNvPr id="12" name="">
            <a:extLst xmlns:a="http://schemas.openxmlformats.org/drawingml/2006/main">
              <a:ext uri="{FF2B5EF4-FFF2-40B4-BE49-F238E27FC236}">
                <a16:creationId xmlns:a16="http://schemas.microsoft.com/office/drawing/2014/main" id="{26E04D3D-F7DA-47BC-8905-B60330DB00F7}"/>
              </a:ext>
            </a:extLst>
          </p:cNvPr>
          <p:cNvSpPr>
            <a:spLocks xmlns:a="http://schemas.openxmlformats.org/drawingml/2006/main" noGrp="1"/>
          </p:cNvSpPr>
          <p:nvPr/>
        </p:nvSpPr>
        <p:spPr>
          <a:xfrm xmlns:a="http://schemas.openxmlformats.org/drawingml/2006/main">
            <a:off x="4743450" y="3028950"/>
            <a:ext cx="2857500" cy="1285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1875" b="0">
                <a:solidFill>
                  <a:srgbClr val="403F3B"/>
                </a:solidFill>
                <a:latin typeface="DejaVu Sans"/>
                <a:ea typeface="DejaVu Sans"/>
                <a:cs typeface="DejaVu Sans"/>
              </a:defRPr>
            </a:pPr>
            <a:r>
              <a:rPr sz="1875" b="0">
                <a:solidFill>
                  <a:srgbClr val="403F3B"/>
                </a:solidFill>
                <a:latin typeface="DejaVu Sans"/>
                <a:ea typeface="DejaVu Sans"/>
                <a:cs typeface="DejaVu Sans"/>
              </a:rPr>
              <a:t>Negación, conjunción y disyunción</a:t>
            </a:r>
          </a:p>
        </p:txBody>
      </p:sp>
      <p:sp>
        <p:nvSpPr>
          <p:cNvPr id="13" name="">
            <a:extLst xmlns:a="http://schemas.openxmlformats.org/drawingml/2006/main">
              <a:ext uri="{FF2B5EF4-FFF2-40B4-BE49-F238E27FC236}">
                <a16:creationId xmlns:a16="http://schemas.microsoft.com/office/drawing/2014/main" id="{556DBD43-752B-49E5-954B-45C43FADA859}"/>
              </a:ext>
            </a:extLst>
          </p:cNvPr>
          <p:cNvSpPr>
            <a:spLocks xmlns:a="http://schemas.openxmlformats.org/drawingml/2006/main" noGrp="1"/>
          </p:cNvSpPr>
          <p:nvPr/>
        </p:nvSpPr>
        <p:spPr>
          <a:xfrm xmlns:a="http://schemas.openxmlformats.org/drawingml/2006/main">
            <a:off x="7886700" y="3095625"/>
            <a:ext cx="381000"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2475" b="1">
                <a:solidFill>
                  <a:srgbClr val="003772"/>
                </a:solidFill>
                <a:latin typeface="DejaVu Sans"/>
                <a:ea typeface="DejaVu Sans"/>
                <a:cs typeface="DejaVu Sans"/>
              </a:defRPr>
            </a:pPr>
            <a:r>
              <a:rPr sz="2475" b="1">
                <a:solidFill>
                  <a:srgbClr val="003772"/>
                </a:solidFill>
                <a:latin typeface="DejaVu Sans"/>
                <a:ea typeface="DejaVu Sans"/>
                <a:cs typeface="DejaVu Sans"/>
              </a:rPr>
              <a:t>→</a:t>
            </a:r>
          </a:p>
        </p:txBody>
      </p:sp>
      <p:sp>
        <p:nvSpPr>
          <p:cNvPr id="14" name="">
            <a:extLst xmlns:a="http://schemas.openxmlformats.org/drawingml/2006/main">
              <a:ext uri="{FF2B5EF4-FFF2-40B4-BE49-F238E27FC236}">
                <a16:creationId xmlns:a16="http://schemas.microsoft.com/office/drawing/2014/main" id="{1734BF39-9E44-4F5F-B841-0F28F87E0E33}"/>
              </a:ext>
            </a:extLst>
          </p:cNvPr>
          <p:cNvSpPr>
            <a:spLocks xmlns:a="http://schemas.openxmlformats.org/drawingml/2006/main" noGrp="1"/>
          </p:cNvSpPr>
          <p:nvPr/>
        </p:nvSpPr>
        <p:spPr>
          <a:xfrm xmlns:a="http://schemas.openxmlformats.org/drawingml/2006/main">
            <a:off x="8296275" y="2047875"/>
            <a:ext cx="3286125" cy="2476500"/>
          </a:xfrm>
          <a:prstGeom xmlns:a="http://schemas.openxmlformats.org/drawingml/2006/main" prst="rect">
            <a:avLst/>
          </a:prstGeom>
          <a:solidFill xmlns:a="http://schemas.openxmlformats.org/drawingml/2006/main">
            <a:srgbClr val="F3F3FA"/>
          </a:solidFill>
          <a:ln xmlns:a="http://schemas.openxmlformats.org/drawingml/2006/main" w="0">
            <a:noFill/>
          </a:ln>
        </p:spPr>
      </p:sp>
      <p:sp>
        <p:nvSpPr>
          <p:cNvPr id="15" name="">
            <a:extLst xmlns:a="http://schemas.openxmlformats.org/drawingml/2006/main">
              <a:ext uri="{FF2B5EF4-FFF2-40B4-BE49-F238E27FC236}">
                <a16:creationId xmlns:a16="http://schemas.microsoft.com/office/drawing/2014/main" id="{5C66142E-0B32-4E26-AB4C-8BD17E8A16A9}"/>
              </a:ext>
            </a:extLst>
          </p:cNvPr>
          <p:cNvSpPr>
            <a:spLocks xmlns:a="http://schemas.openxmlformats.org/drawingml/2006/main" noGrp="1"/>
          </p:cNvSpPr>
          <p:nvPr/>
        </p:nvSpPr>
        <p:spPr>
          <a:xfrm xmlns:a="http://schemas.openxmlformats.org/drawingml/2006/main">
            <a:off x="8486775" y="2286000"/>
            <a:ext cx="285750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1950" b="1">
                <a:solidFill>
                  <a:srgbClr val="003772"/>
                </a:solidFill>
                <a:latin typeface="DejaVu Sans"/>
                <a:ea typeface="DejaVu Sans"/>
                <a:cs typeface="DejaVu Sans"/>
              </a:defRPr>
            </a:pPr>
            <a:r>
              <a:rPr sz="1950" b="1">
                <a:solidFill>
                  <a:srgbClr val="003772"/>
                </a:solidFill>
                <a:latin typeface="DejaVu Sans"/>
                <a:ea typeface="DejaVu Sans"/>
                <a:cs typeface="DejaVu Sans"/>
              </a:rPr>
              <a:t>SALIDA</a:t>
            </a:r>
          </a:p>
        </p:txBody>
      </p:sp>
      <p:sp>
        <p:nvSpPr>
          <p:cNvPr id="16" name="">
            <a:extLst xmlns:a="http://schemas.openxmlformats.org/drawingml/2006/main">
              <a:ext uri="{FF2B5EF4-FFF2-40B4-BE49-F238E27FC236}">
                <a16:creationId xmlns:a16="http://schemas.microsoft.com/office/drawing/2014/main" id="{7E07399C-F55A-4587-869A-95869DA520A1}"/>
              </a:ext>
            </a:extLst>
          </p:cNvPr>
          <p:cNvSpPr>
            <a:spLocks xmlns:a="http://schemas.openxmlformats.org/drawingml/2006/main" noGrp="1"/>
          </p:cNvSpPr>
          <p:nvPr/>
        </p:nvSpPr>
        <p:spPr>
          <a:xfrm xmlns:a="http://schemas.openxmlformats.org/drawingml/2006/main">
            <a:off x="8486775" y="3028950"/>
            <a:ext cx="2857500" cy="1285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1875" b="0">
                <a:solidFill>
                  <a:srgbClr val="403F3B"/>
                </a:solidFill>
                <a:latin typeface="DejaVu Sans"/>
                <a:ea typeface="DejaVu Sans"/>
                <a:cs typeface="DejaVu Sans"/>
              </a:defRPr>
            </a:pPr>
            <a:r>
              <a:rPr sz="1875" b="0">
                <a:solidFill>
                  <a:srgbClr val="403F3B"/>
                </a:solidFill>
                <a:latin typeface="DejaVu Sans"/>
                <a:ea typeface="DejaVu Sans"/>
                <a:cs typeface="DejaVu Sans"/>
              </a:rPr>
              <a:t>0 0 0</a:t>
            </a:r>
          </a:p>
          <a:p xmlns:a="http://schemas.openxmlformats.org/drawingml/2006/main">
            <a:pPr>
              <a:defRPr sz="1875" b="0">
                <a:solidFill>
                  <a:srgbClr val="403F3B"/>
                </a:solidFill>
                <a:latin typeface="DejaVu Sans"/>
                <a:ea typeface="DejaVu Sans"/>
                <a:cs typeface="DejaVu Sans"/>
              </a:defRPr>
            </a:pPr>
            <a:r>
              <a:rPr sz="1875" b="0">
                <a:solidFill>
                  <a:srgbClr val="403F3B"/>
                </a:solidFill>
                <a:latin typeface="DejaVu Sans"/>
                <a:ea typeface="DejaVu Sans"/>
                <a:cs typeface="DejaVu Sans"/>
              </a:rPr>
              <a:t>0 1 0</a:t>
            </a:r>
          </a:p>
          <a:p xmlns:a="http://schemas.openxmlformats.org/drawingml/2006/main">
            <a:pPr>
              <a:defRPr sz="1875" b="0">
                <a:solidFill>
                  <a:srgbClr val="403F3B"/>
                </a:solidFill>
                <a:latin typeface="DejaVu Sans"/>
                <a:ea typeface="DejaVu Sans"/>
                <a:cs typeface="DejaVu Sans"/>
              </a:defRPr>
            </a:pPr>
            <a:r>
              <a:rPr sz="1875" b="0">
                <a:solidFill>
                  <a:srgbClr val="403F3B"/>
                </a:solidFill>
                <a:latin typeface="DejaVu Sans"/>
                <a:ea typeface="DejaVu Sans"/>
                <a:cs typeface="DejaVu Sans"/>
              </a:rPr>
              <a:t>1 0 0</a:t>
            </a:r>
          </a:p>
        </p:txBody>
      </p:sp>
      <p:sp>
        <p:nvSpPr>
          <p:cNvPr id="17" name="">
            <a:extLst xmlns:a="http://schemas.openxmlformats.org/drawingml/2006/main">
              <a:ext uri="{FF2B5EF4-FFF2-40B4-BE49-F238E27FC236}">
                <a16:creationId xmlns:a16="http://schemas.microsoft.com/office/drawing/2014/main" id="{F4274873-ABB7-4C30-8022-B022DE940BEC}"/>
              </a:ext>
            </a:extLst>
          </p:cNvPr>
          <p:cNvSpPr>
            <a:spLocks xmlns:a="http://schemas.openxmlformats.org/drawingml/2006/main" noGrp="1"/>
          </p:cNvSpPr>
          <p:nvPr/>
        </p:nvSpPr>
        <p:spPr>
          <a:xfrm xmlns:a="http://schemas.openxmlformats.org/drawingml/2006/main">
            <a:off x="819150" y="5191125"/>
            <a:ext cx="10477500"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2100" b="1">
                <a:solidFill>
                  <a:srgbClr val="003772"/>
                </a:solidFill>
                <a:latin typeface="DejaVu Sans"/>
                <a:ea typeface="DejaVu Sans"/>
                <a:cs typeface="DejaVu Sans"/>
              </a:defRPr>
            </a:pPr>
            <a:r>
              <a:rPr sz="2100" b="1">
                <a:solidFill>
                  <a:srgbClr val="003772"/>
                </a:solidFill>
                <a:latin typeface="DejaVu Sans"/>
                <a:ea typeface="DejaVu Sans"/>
                <a:cs typeface="DejaVu Sans"/>
              </a:rPr>
              <a:t>Conservar el contrato al cambiar de lenguaje.</a:t>
            </a:r>
          </a:p>
        </p:txBody>
      </p:sp>
    </p:spTree>
    <p:extLst>
      <p:ext uri="{BB962C8B-B14F-4D97-AF65-F5344CB8AC3E}">
        <p14:creationId xmlns:p14="http://schemas.microsoft.com/office/powerpoint/2010/main" val="294131441"/>
      </p:ext>
    </p:extLst>
  </p:cSld>
</p:sld>
</file>

<file path=ppt/slides/slide8.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7" name="">
            <a:extLst xmlns:a="http://schemas.openxmlformats.org/drawingml/2006/main">
              <a:ext uri="{FF2B5EF4-FFF2-40B4-BE49-F238E27FC236}">
                <a16:creationId xmlns:a16="http://schemas.microsoft.com/office/drawing/2014/main" id="{B4AEA4E6-3ECA-4E88-9664-2A10D5830FDD}"/>
              </a:ext>
            </a:extLst>
          </p:cNvPr>
          <p:cNvSpPr>
            <a:spLocks xmlns:a="http://schemas.openxmlformats.org/drawingml/2006/main" noGrp="1"/>
          </p:cNvSpPr>
          <p:nvPr/>
        </p:nvSpPr>
        <p:spPr>
          <a:xfrm xmlns:a="http://schemas.openxmlformats.org/drawingml/2006/main">
            <a:off x="533400" y="457200"/>
            <a:ext cx="47625" cy="438150"/>
          </a:xfrm>
          <a:prstGeom xmlns:a="http://schemas.openxmlformats.org/drawingml/2006/main" prst="rect">
            <a:avLst/>
          </a:prstGeom>
          <a:solidFill xmlns:a="http://schemas.openxmlformats.org/drawingml/2006/main">
            <a:srgbClr val="FCC000"/>
          </a:solidFill>
          <a:ln xmlns:a="http://schemas.openxmlformats.org/drawingml/2006/main" w="0">
            <a:noFill/>
          </a:ln>
        </p:spPr>
      </p:sp>
      <p:sp>
        <p:nvSpPr>
          <p:cNvPr id="2" name="">
            <a:extLst xmlns:a="http://schemas.openxmlformats.org/drawingml/2006/main">
              <a:ext uri="{FF2B5EF4-FFF2-40B4-BE49-F238E27FC236}">
                <a16:creationId xmlns:a16="http://schemas.microsoft.com/office/drawing/2014/main" id="{60AD6B5F-203B-4C82-A651-34ABCD4747BE}"/>
              </a:ext>
            </a:extLst>
          </p:cNvPr>
          <p:cNvSpPr>
            <a:spLocks xmlns:a="http://schemas.openxmlformats.org/drawingml/2006/main" noGrp="1"/>
          </p:cNvSpPr>
          <p:nvPr/>
        </p:nvSpPr>
        <p:spPr>
          <a:xfrm xmlns:a="http://schemas.openxmlformats.org/drawingml/2006/main">
            <a:off x="809625" y="428625"/>
            <a:ext cx="10668000" cy="904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2925" b="1">
                <a:solidFill>
                  <a:srgbClr val="003772"/>
                </a:solidFill>
                <a:latin typeface="DejaVu Sans"/>
                <a:ea typeface="DejaVu Sans"/>
                <a:cs typeface="DejaVu Sans"/>
              </a:defRPr>
            </a:pPr>
            <a:r>
              <a:rPr sz="2925" b="1">
                <a:solidFill>
                  <a:srgbClr val="003772"/>
                </a:solidFill>
                <a:latin typeface="DejaVu Sans"/>
                <a:ea typeface="DejaVu Sans"/>
                <a:cs typeface="DejaVu Sans"/>
              </a:rPr>
              <a:t>Demostración guiada</a:t>
            </a:r>
          </a:p>
        </p:txBody>
      </p:sp>
      <p:sp>
        <p:nvSpPr>
          <p:cNvPr id="3" name="">
            <a:extLst xmlns:a="http://schemas.openxmlformats.org/drawingml/2006/main">
              <a:ext uri="{FF2B5EF4-FFF2-40B4-BE49-F238E27FC236}">
                <a16:creationId xmlns:a16="http://schemas.microsoft.com/office/drawing/2014/main" id="{5E06820A-8D47-4A71-8BEE-01A434B5EDF6}"/>
              </a:ext>
            </a:extLst>
          </p:cNvPr>
          <p:cNvSpPr>
            <a:spLocks xmlns:a="http://schemas.openxmlformats.org/drawingml/2006/main" noGrp="1"/>
          </p:cNvSpPr>
          <p:nvPr/>
        </p:nvSpPr>
        <p:spPr>
          <a:xfrm xmlns:a="http://schemas.openxmlformats.org/drawingml/2006/main">
            <a:off x="609600" y="6191250"/>
            <a:ext cx="10972800" cy="9525"/>
          </a:xfrm>
          <a:prstGeom xmlns:a="http://schemas.openxmlformats.org/drawingml/2006/main" prst="rect">
            <a:avLst/>
          </a:prstGeom>
          <a:solidFill xmlns:a="http://schemas.openxmlformats.org/drawingml/2006/main">
            <a:srgbClr val="D8DFEB"/>
          </a:solidFill>
          <a:ln xmlns:a="http://schemas.openxmlformats.org/drawingml/2006/main" w="0">
            <a:noFill/>
          </a:ln>
        </p:spPr>
      </p:sp>
      <p:sp>
        <p:nvSpPr>
          <p:cNvPr id="4" name="">
            <a:extLst xmlns:a="http://schemas.openxmlformats.org/drawingml/2006/main">
              <a:ext uri="{FF2B5EF4-FFF2-40B4-BE49-F238E27FC236}">
                <a16:creationId xmlns:a16="http://schemas.microsoft.com/office/drawing/2014/main" id="{7569726C-EADA-4D81-8FCC-998D42D8E7B1}"/>
              </a:ext>
            </a:extLst>
          </p:cNvPr>
          <p:cNvSpPr>
            <a:spLocks xmlns:a="http://schemas.openxmlformats.org/drawingml/2006/main" noGrp="1"/>
          </p:cNvSpPr>
          <p:nvPr/>
        </p:nvSpPr>
        <p:spPr>
          <a:xfrm xmlns:a="http://schemas.openxmlformats.org/drawingml/2006/main">
            <a:off x="695325" y="6381750"/>
            <a:ext cx="923925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1200" b="0">
                <a:solidFill>
                  <a:srgbClr val="5C5B5F"/>
                </a:solidFill>
                <a:latin typeface="DejaVu Sans"/>
                <a:ea typeface="DejaVu Sans"/>
                <a:cs typeface="DejaVu Sans"/>
              </a:defRPr>
            </a:pPr>
            <a:r>
              <a:rPr sz="1200" b="0">
                <a:solidFill>
                  <a:srgbClr val="5C5B5F"/>
                </a:solidFill>
                <a:latin typeface="DejaVu Sans"/>
                <a:ea typeface="DejaVu Sans"/>
                <a:cs typeface="DejaVu Sans"/>
              </a:rPr>
              <a:t>Programación · 1.1</a:t>
            </a:r>
          </a:p>
        </p:txBody>
      </p:sp>
      <p:sp>
        <p:nvSpPr>
          <p:cNvPr id="5" name="">
            <a:extLst xmlns:a="http://schemas.openxmlformats.org/drawingml/2006/main">
              <a:ext uri="{FF2B5EF4-FFF2-40B4-BE49-F238E27FC236}">
                <a16:creationId xmlns:a16="http://schemas.microsoft.com/office/drawing/2014/main" id="{B3727210-267D-4C91-A73D-075B81C09D9B}"/>
              </a:ext>
            </a:extLst>
          </p:cNvPr>
          <p:cNvSpPr>
            <a:spLocks xmlns:a="http://schemas.openxmlformats.org/drawingml/2006/main" noGrp="1"/>
          </p:cNvSpPr>
          <p:nvPr/>
        </p:nvSpPr>
        <p:spPr>
          <a:xfrm xmlns:a="http://schemas.openxmlformats.org/drawingml/2006/main">
            <a:off x="11049000" y="6381750"/>
            <a:ext cx="428625"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1200" b="0">
                <a:solidFill>
                  <a:srgbClr val="5C5B5F"/>
                </a:solidFill>
                <a:latin typeface="DejaVu Sans"/>
                <a:ea typeface="DejaVu Sans"/>
                <a:cs typeface="DejaVu Sans"/>
              </a:defRPr>
            </a:pPr>
            <a:r>
              <a:rPr sz="1200" b="0">
                <a:solidFill>
                  <a:srgbClr val="5C5B5F"/>
                </a:solidFill>
                <a:latin typeface="DejaVu Sans"/>
                <a:ea typeface="DejaVu Sans"/>
                <a:cs typeface="DejaVu Sans"/>
              </a:rPr>
              <a:t>8</a:t>
            </a:r>
          </a:p>
        </p:txBody>
      </p:sp>
      <p:sp>
        <p:nvSpPr>
          <p:cNvPr id="6" name="">
            <a:extLst xmlns:a="http://schemas.openxmlformats.org/drawingml/2006/main">
              <a:ext uri="{FF2B5EF4-FFF2-40B4-BE49-F238E27FC236}">
                <a16:creationId xmlns:a16="http://schemas.microsoft.com/office/drawing/2014/main" id="{93F87043-071A-4839-8EC9-06FF11FB2D21}"/>
              </a:ext>
            </a:extLst>
          </p:cNvPr>
          <p:cNvSpPr>
            <a:spLocks xmlns:a="http://schemas.openxmlformats.org/drawingml/2006/main" noGrp="1"/>
          </p:cNvSpPr>
          <p:nvPr/>
        </p:nvSpPr>
        <p:spPr>
          <a:xfrm xmlns:a="http://schemas.openxmlformats.org/drawingml/2006/main">
            <a:off x="819150" y="1666875"/>
            <a:ext cx="10572750" cy="4048125"/>
          </a:xfrm>
          <a:prstGeom xmlns:a="http://schemas.openxmlformats.org/drawingml/2006/main" prst="rect">
            <a:avLst/>
          </a:prstGeom>
          <a:solidFill xmlns:a="http://schemas.openxmlformats.org/drawingml/2006/main">
            <a:srgbClr val="F3F3FA"/>
          </a:solidFill>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1350" b="0">
                <a:solidFill>
                  <a:srgbClr val="403F3B"/>
                </a:solidFill>
                <a:latin typeface="DejaVu Sans"/>
                <a:ea typeface="DejaVu Sans"/>
                <a:cs typeface="DejaVu Sans"/>
              </a:defRPr>
            </a:pPr>
            <a:r>
              <a:rPr sz="1350" b="0">
                <a:solidFill>
                  <a:srgbClr val="403F3B"/>
                </a:solidFill>
                <a:latin typeface="DejaVu Sans"/>
                <a:ea typeface="DejaVu Sans"/>
                <a:cs typeface="DejaVu Sans"/>
              </a:rPr>
              <a:t>public class Demo {</a:t>
            </a:r>
          </a:p>
          <a:p xmlns:a="http://schemas.openxmlformats.org/drawingml/2006/main">
            <a:pPr>
              <a:defRPr sz="1350" b="0">
                <a:solidFill>
                  <a:srgbClr val="403F3B"/>
                </a:solidFill>
                <a:latin typeface="DejaVu Sans"/>
                <a:ea typeface="DejaVu Sans"/>
                <a:cs typeface="DejaVu Sans"/>
              </a:defRPr>
            </a:pPr>
            <a:r>
              <a:rPr sz="1350" b="0">
                <a:solidFill>
                  <a:srgbClr val="403F3B"/>
                </a:solidFill>
                <a:latin typeface="DejaVu Sans"/>
                <a:ea typeface="DejaVu Sans"/>
                <a:cs typeface="DejaVu Sans"/>
              </a:rPr>
              <a:t>    public static void main(String[] args) {</a:t>
            </a:r>
          </a:p>
          <a:p xmlns:a="http://schemas.openxmlformats.org/drawingml/2006/main">
            <a:pPr>
              <a:defRPr sz="1350" b="0">
                <a:solidFill>
                  <a:srgbClr val="403F3B"/>
                </a:solidFill>
                <a:latin typeface="DejaVu Sans"/>
                <a:ea typeface="DejaVu Sans"/>
                <a:cs typeface="DejaVu Sans"/>
              </a:defRPr>
            </a:pPr>
            <a:r>
              <a:rPr sz="1350" b="0">
                <a:solidFill>
                  <a:srgbClr val="403F3B"/>
                </a:solidFill>
                <a:latin typeface="DejaVu Sans"/>
                <a:ea typeface="DejaVu Sans"/>
                <a:cs typeface="DejaVu Sans"/>
              </a:rPr>
              <a:t>        for (boolean credencial : new boolean[]{false, true}) {</a:t>
            </a:r>
          </a:p>
          <a:p xmlns:a="http://schemas.openxmlformats.org/drawingml/2006/main">
            <a:pPr>
              <a:defRPr sz="1350" b="0">
                <a:solidFill>
                  <a:srgbClr val="403F3B"/>
                </a:solidFill>
                <a:latin typeface="DejaVu Sans"/>
                <a:ea typeface="DejaVu Sans"/>
                <a:cs typeface="DejaVu Sans"/>
              </a:defRPr>
            </a:pPr>
            <a:r>
              <a:rPr sz="1350" b="0">
                <a:solidFill>
                  <a:srgbClr val="403F3B"/>
                </a:solidFill>
                <a:latin typeface="DejaVu Sans"/>
                <a:ea typeface="DejaVu Sans"/>
                <a:cs typeface="DejaVu Sans"/>
              </a:rPr>
              <a:t>            for (boolean reserva : new boolean[]{false, true}) {</a:t>
            </a:r>
          </a:p>
          <a:p xmlns:a="http://schemas.openxmlformats.org/drawingml/2006/main">
            <a:pPr>
              <a:defRPr sz="1350" b="0">
                <a:solidFill>
                  <a:srgbClr val="403F3B"/>
                </a:solidFill>
                <a:latin typeface="DejaVu Sans"/>
                <a:ea typeface="DejaVu Sans"/>
                <a:cs typeface="DejaVu Sans"/>
              </a:defRPr>
            </a:pPr>
            <a:r>
              <a:rPr sz="1350" b="0">
                <a:solidFill>
                  <a:srgbClr val="403F3B"/>
                </a:solidFill>
                <a:latin typeface="DejaVu Sans"/>
                <a:ea typeface="DejaVu Sans"/>
                <a:cs typeface="DejaVu Sans"/>
              </a:rPr>
              <a:t>                boolean permitido = credencial &amp;&amp; reserva;</a:t>
            </a:r>
          </a:p>
          <a:p xmlns:a="http://schemas.openxmlformats.org/drawingml/2006/main">
            <a:pPr>
              <a:defRPr sz="1350" b="0">
                <a:solidFill>
                  <a:srgbClr val="403F3B"/>
                </a:solidFill>
                <a:latin typeface="DejaVu Sans"/>
                <a:ea typeface="DejaVu Sans"/>
                <a:cs typeface="DejaVu Sans"/>
              </a:defRPr>
            </a:pPr>
            <a:r>
              <a:rPr sz="1350" b="0">
                <a:solidFill>
                  <a:srgbClr val="403F3B"/>
                </a:solidFill>
                <a:latin typeface="DejaVu Sans"/>
                <a:ea typeface="DejaVu Sans"/>
                <a:cs typeface="DejaVu Sans"/>
              </a:rPr>
              <a:t>                System.out.println((credencial ? 1 : 0) + " " + (reserva ? 1 : 0) + " " + (permitido ? 1 : 0));</a:t>
            </a:r>
          </a:p>
          <a:p xmlns:a="http://schemas.openxmlformats.org/drawingml/2006/main">
            <a:pPr>
              <a:defRPr sz="1350" b="0">
                <a:solidFill>
                  <a:srgbClr val="403F3B"/>
                </a:solidFill>
                <a:latin typeface="DejaVu Sans"/>
                <a:ea typeface="DejaVu Sans"/>
                <a:cs typeface="DejaVu Sans"/>
              </a:defRPr>
            </a:pPr>
            <a:r>
              <a:rPr sz="1350" b="0">
                <a:solidFill>
                  <a:srgbClr val="403F3B"/>
                </a:solidFill>
                <a:latin typeface="DejaVu Sans"/>
                <a:ea typeface="DejaVu Sans"/>
                <a:cs typeface="DejaVu Sans"/>
              </a:rPr>
              <a:t>            }</a:t>
            </a:r>
          </a:p>
          <a:p xmlns:a="http://schemas.openxmlformats.org/drawingml/2006/main">
            <a:pPr>
              <a:defRPr sz="1350" b="0">
                <a:solidFill>
                  <a:srgbClr val="403F3B"/>
                </a:solidFill>
                <a:latin typeface="DejaVu Sans"/>
                <a:ea typeface="DejaVu Sans"/>
                <a:cs typeface="DejaVu Sans"/>
              </a:defRPr>
            </a:pPr>
            <a:r>
              <a:rPr sz="1350" b="0">
                <a:solidFill>
                  <a:srgbClr val="403F3B"/>
                </a:solidFill>
                <a:latin typeface="DejaVu Sans"/>
                <a:ea typeface="DejaVu Sans"/>
                <a:cs typeface="DejaVu Sans"/>
              </a:rPr>
              <a:t>        }</a:t>
            </a:r>
          </a:p>
          <a:p xmlns:a="http://schemas.openxmlformats.org/drawingml/2006/main">
            <a:pPr>
              <a:defRPr sz="1350" b="0">
                <a:solidFill>
                  <a:srgbClr val="403F3B"/>
                </a:solidFill>
                <a:latin typeface="DejaVu Sans"/>
                <a:ea typeface="DejaVu Sans"/>
                <a:cs typeface="DejaVu Sans"/>
              </a:defRPr>
            </a:pPr>
            <a:r>
              <a:rPr sz="1350" b="0">
                <a:solidFill>
                  <a:srgbClr val="403F3B"/>
                </a:solidFill>
                <a:latin typeface="DejaVu Sans"/>
                <a:ea typeface="DejaVu Sans"/>
                <a:cs typeface="DejaVu Sans"/>
              </a:rPr>
              <a:t>    }</a:t>
            </a:r>
          </a:p>
          <a:p xmlns:a="http://schemas.openxmlformats.org/drawingml/2006/main">
            <a:pPr>
              <a:defRPr sz="1350" b="0">
                <a:solidFill>
                  <a:srgbClr val="403F3B"/>
                </a:solidFill>
                <a:latin typeface="DejaVu Sans"/>
                <a:ea typeface="DejaVu Sans"/>
                <a:cs typeface="DejaVu Sans"/>
              </a:defRPr>
            </a:pPr>
            <a:r>
              <a:rPr sz="1350" b="0">
                <a:solidFill>
                  <a:srgbClr val="403F3B"/>
                </a:solidFill>
                <a:latin typeface="DejaVu Sans"/>
                <a:ea typeface="DejaVu Sans"/>
                <a:cs typeface="DejaVu Sans"/>
              </a:rPr>
              <a:t>}</a:t>
            </a:r>
          </a:p>
        </p:txBody>
      </p:sp>
    </p:spTree>
    <p:extLst>
      <p:ext uri="{BB962C8B-B14F-4D97-AF65-F5344CB8AC3E}">
        <p14:creationId xmlns:p14="http://schemas.microsoft.com/office/powerpoint/2010/main" val="994387611"/>
      </p:ext>
    </p:extLst>
  </p:cSld>
</p:sld>
</file>

<file path=ppt/slides/slide9.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8" name="">
            <a:extLst xmlns:a="http://schemas.openxmlformats.org/drawingml/2006/main">
              <a:ext uri="{FF2B5EF4-FFF2-40B4-BE49-F238E27FC236}">
                <a16:creationId xmlns:a16="http://schemas.microsoft.com/office/drawing/2014/main" id="{C533A085-17A3-43B6-BFB6-00D89803D3CB}"/>
              </a:ext>
            </a:extLst>
          </p:cNvPr>
          <p:cNvSpPr>
            <a:spLocks xmlns:a="http://schemas.openxmlformats.org/drawingml/2006/main" noGrp="1"/>
          </p:cNvSpPr>
          <p:nvPr/>
        </p:nvSpPr>
        <p:spPr>
          <a:xfrm xmlns:a="http://schemas.openxmlformats.org/drawingml/2006/main">
            <a:off x="533400" y="457200"/>
            <a:ext cx="47625" cy="438150"/>
          </a:xfrm>
          <a:prstGeom xmlns:a="http://schemas.openxmlformats.org/drawingml/2006/main" prst="rect">
            <a:avLst/>
          </a:prstGeom>
          <a:solidFill xmlns:a="http://schemas.openxmlformats.org/drawingml/2006/main">
            <a:srgbClr val="FCC000"/>
          </a:solidFill>
          <a:ln xmlns:a="http://schemas.openxmlformats.org/drawingml/2006/main" w="0">
            <a:noFill/>
          </a:ln>
        </p:spPr>
      </p:sp>
      <p:sp>
        <p:nvSpPr>
          <p:cNvPr id="2" name="">
            <a:extLst xmlns:a="http://schemas.openxmlformats.org/drawingml/2006/main">
              <a:ext uri="{FF2B5EF4-FFF2-40B4-BE49-F238E27FC236}">
                <a16:creationId xmlns:a16="http://schemas.microsoft.com/office/drawing/2014/main" id="{5E61E9BE-DB79-4846-BF9C-BBD3E6673D62}"/>
              </a:ext>
            </a:extLst>
          </p:cNvPr>
          <p:cNvSpPr>
            <a:spLocks xmlns:a="http://schemas.openxmlformats.org/drawingml/2006/main" noGrp="1"/>
          </p:cNvSpPr>
          <p:nvPr/>
        </p:nvSpPr>
        <p:spPr>
          <a:xfrm xmlns:a="http://schemas.openxmlformats.org/drawingml/2006/main">
            <a:off x="809625" y="428625"/>
            <a:ext cx="10668000" cy="904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2925" b="1">
                <a:solidFill>
                  <a:srgbClr val="003772"/>
                </a:solidFill>
                <a:latin typeface="DejaVu Sans"/>
                <a:ea typeface="DejaVu Sans"/>
                <a:cs typeface="DejaVu Sans"/>
              </a:defRPr>
            </a:pPr>
            <a:r>
              <a:rPr sz="2925" b="1">
                <a:solidFill>
                  <a:srgbClr val="003772"/>
                </a:solidFill>
                <a:latin typeface="DejaVu Sans"/>
                <a:ea typeface="DejaVu Sans"/>
                <a:cs typeface="DejaVu Sans"/>
              </a:rPr>
              <a:t>Resultado esperado y comprobación</a:t>
            </a:r>
          </a:p>
        </p:txBody>
      </p:sp>
      <p:sp>
        <p:nvSpPr>
          <p:cNvPr id="3" name="">
            <a:extLst xmlns:a="http://schemas.openxmlformats.org/drawingml/2006/main">
              <a:ext uri="{FF2B5EF4-FFF2-40B4-BE49-F238E27FC236}">
                <a16:creationId xmlns:a16="http://schemas.microsoft.com/office/drawing/2014/main" id="{6D42D768-C8CE-4A29-AECF-BF35D1DF709A}"/>
              </a:ext>
            </a:extLst>
          </p:cNvPr>
          <p:cNvSpPr>
            <a:spLocks xmlns:a="http://schemas.openxmlformats.org/drawingml/2006/main" noGrp="1"/>
          </p:cNvSpPr>
          <p:nvPr/>
        </p:nvSpPr>
        <p:spPr>
          <a:xfrm xmlns:a="http://schemas.openxmlformats.org/drawingml/2006/main">
            <a:off x="609600" y="6191250"/>
            <a:ext cx="10972800" cy="9525"/>
          </a:xfrm>
          <a:prstGeom xmlns:a="http://schemas.openxmlformats.org/drawingml/2006/main" prst="rect">
            <a:avLst/>
          </a:prstGeom>
          <a:solidFill xmlns:a="http://schemas.openxmlformats.org/drawingml/2006/main">
            <a:srgbClr val="D8DFEB"/>
          </a:solidFill>
          <a:ln xmlns:a="http://schemas.openxmlformats.org/drawingml/2006/main" w="0">
            <a:noFill/>
          </a:ln>
        </p:spPr>
      </p:sp>
      <p:sp>
        <p:nvSpPr>
          <p:cNvPr id="4" name="">
            <a:extLst xmlns:a="http://schemas.openxmlformats.org/drawingml/2006/main">
              <a:ext uri="{FF2B5EF4-FFF2-40B4-BE49-F238E27FC236}">
                <a16:creationId xmlns:a16="http://schemas.microsoft.com/office/drawing/2014/main" id="{38CA8471-7F45-4414-8B7B-CA411338C18B}"/>
              </a:ext>
            </a:extLst>
          </p:cNvPr>
          <p:cNvSpPr>
            <a:spLocks xmlns:a="http://schemas.openxmlformats.org/drawingml/2006/main" noGrp="1"/>
          </p:cNvSpPr>
          <p:nvPr/>
        </p:nvSpPr>
        <p:spPr>
          <a:xfrm xmlns:a="http://schemas.openxmlformats.org/drawingml/2006/main">
            <a:off x="695325" y="6381750"/>
            <a:ext cx="923925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1200" b="0">
                <a:solidFill>
                  <a:srgbClr val="5C5B5F"/>
                </a:solidFill>
                <a:latin typeface="DejaVu Sans"/>
                <a:ea typeface="DejaVu Sans"/>
                <a:cs typeface="DejaVu Sans"/>
              </a:defRPr>
            </a:pPr>
            <a:r>
              <a:rPr sz="1200" b="0">
                <a:solidFill>
                  <a:srgbClr val="5C5B5F"/>
                </a:solidFill>
                <a:latin typeface="DejaVu Sans"/>
                <a:ea typeface="DejaVu Sans"/>
                <a:cs typeface="DejaVu Sans"/>
              </a:rPr>
              <a:t>Programación · 1.1</a:t>
            </a:r>
          </a:p>
        </p:txBody>
      </p:sp>
      <p:sp>
        <p:nvSpPr>
          <p:cNvPr id="5" name="">
            <a:extLst xmlns:a="http://schemas.openxmlformats.org/drawingml/2006/main">
              <a:ext uri="{FF2B5EF4-FFF2-40B4-BE49-F238E27FC236}">
                <a16:creationId xmlns:a16="http://schemas.microsoft.com/office/drawing/2014/main" id="{033815B9-568C-4D86-B95B-6BA519A6C5F6}"/>
              </a:ext>
            </a:extLst>
          </p:cNvPr>
          <p:cNvSpPr>
            <a:spLocks xmlns:a="http://schemas.openxmlformats.org/drawingml/2006/main" noGrp="1"/>
          </p:cNvSpPr>
          <p:nvPr/>
        </p:nvSpPr>
        <p:spPr>
          <a:xfrm xmlns:a="http://schemas.openxmlformats.org/drawingml/2006/main">
            <a:off x="11049000" y="6381750"/>
            <a:ext cx="428625"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1200" b="0">
                <a:solidFill>
                  <a:srgbClr val="5C5B5F"/>
                </a:solidFill>
                <a:latin typeface="DejaVu Sans"/>
                <a:ea typeface="DejaVu Sans"/>
                <a:cs typeface="DejaVu Sans"/>
              </a:defRPr>
            </a:pPr>
            <a:r>
              <a:rPr sz="1200" b="0">
                <a:solidFill>
                  <a:srgbClr val="5C5B5F"/>
                </a:solidFill>
                <a:latin typeface="DejaVu Sans"/>
                <a:ea typeface="DejaVu Sans"/>
                <a:cs typeface="DejaVu Sans"/>
              </a:rPr>
              <a:t>9</a:t>
            </a:r>
          </a:p>
        </p:txBody>
      </p:sp>
      <p:sp>
        <p:nvSpPr>
          <p:cNvPr id="6" name="">
            <a:extLst xmlns:a="http://schemas.openxmlformats.org/drawingml/2006/main">
              <a:ext uri="{FF2B5EF4-FFF2-40B4-BE49-F238E27FC236}">
                <a16:creationId xmlns:a16="http://schemas.microsoft.com/office/drawing/2014/main" id="{E8F301E5-FE94-45B4-A4E7-E369DAB74198}"/>
              </a:ext>
            </a:extLst>
          </p:cNvPr>
          <p:cNvSpPr>
            <a:spLocks xmlns:a="http://schemas.openxmlformats.org/drawingml/2006/main" noGrp="1"/>
          </p:cNvSpPr>
          <p:nvPr/>
        </p:nvSpPr>
        <p:spPr>
          <a:xfrm xmlns:a="http://schemas.openxmlformats.org/drawingml/2006/main">
            <a:off x="819150" y="1666875"/>
            <a:ext cx="6381750" cy="3333750"/>
          </a:xfrm>
          <a:prstGeom xmlns:a="http://schemas.openxmlformats.org/drawingml/2006/main" prst="rect">
            <a:avLst/>
          </a:prstGeom>
          <a:solidFill xmlns:a="http://schemas.openxmlformats.org/drawingml/2006/main">
            <a:srgbClr val="F3F3FA"/>
          </a:solidFill>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2175" b="0">
                <a:solidFill>
                  <a:srgbClr val="403F3B"/>
                </a:solidFill>
                <a:latin typeface="DejaVu Sans"/>
                <a:ea typeface="DejaVu Sans"/>
                <a:cs typeface="DejaVu Sans"/>
              </a:defRPr>
            </a:pPr>
            <a:r>
              <a:rPr sz="2175" b="0">
                <a:solidFill>
                  <a:srgbClr val="403F3B"/>
                </a:solidFill>
                <a:latin typeface="DejaVu Sans"/>
                <a:ea typeface="DejaVu Sans"/>
                <a:cs typeface="DejaVu Sans"/>
              </a:rPr>
              <a:t>0 0 0</a:t>
            </a:r>
          </a:p>
          <a:p xmlns:a="http://schemas.openxmlformats.org/drawingml/2006/main">
            <a:pPr>
              <a:defRPr sz="2175" b="0">
                <a:solidFill>
                  <a:srgbClr val="403F3B"/>
                </a:solidFill>
                <a:latin typeface="DejaVu Sans"/>
                <a:ea typeface="DejaVu Sans"/>
                <a:cs typeface="DejaVu Sans"/>
              </a:defRPr>
            </a:pPr>
            <a:r>
              <a:rPr sz="2175" b="0">
                <a:solidFill>
                  <a:srgbClr val="403F3B"/>
                </a:solidFill>
                <a:latin typeface="DejaVu Sans"/>
                <a:ea typeface="DejaVu Sans"/>
                <a:cs typeface="DejaVu Sans"/>
              </a:rPr>
              <a:t>0 1 0</a:t>
            </a:r>
          </a:p>
          <a:p xmlns:a="http://schemas.openxmlformats.org/drawingml/2006/main">
            <a:pPr>
              <a:defRPr sz="2175" b="0">
                <a:solidFill>
                  <a:srgbClr val="403F3B"/>
                </a:solidFill>
                <a:latin typeface="DejaVu Sans"/>
                <a:ea typeface="DejaVu Sans"/>
                <a:cs typeface="DejaVu Sans"/>
              </a:defRPr>
            </a:pPr>
            <a:r>
              <a:rPr sz="2175" b="0">
                <a:solidFill>
                  <a:srgbClr val="403F3B"/>
                </a:solidFill>
                <a:latin typeface="DejaVu Sans"/>
                <a:ea typeface="DejaVu Sans"/>
                <a:cs typeface="DejaVu Sans"/>
              </a:rPr>
              <a:t>1 0 0</a:t>
            </a:r>
          </a:p>
          <a:p xmlns:a="http://schemas.openxmlformats.org/drawingml/2006/main">
            <a:pPr>
              <a:defRPr sz="2175" b="0">
                <a:solidFill>
                  <a:srgbClr val="403F3B"/>
                </a:solidFill>
                <a:latin typeface="DejaVu Sans"/>
                <a:ea typeface="DejaVu Sans"/>
                <a:cs typeface="DejaVu Sans"/>
              </a:defRPr>
            </a:pPr>
            <a:r>
              <a:rPr sz="2175" b="0">
                <a:solidFill>
                  <a:srgbClr val="403F3B"/>
                </a:solidFill>
                <a:latin typeface="DejaVu Sans"/>
                <a:ea typeface="DejaVu Sans"/>
                <a:cs typeface="DejaVu Sans"/>
              </a:rPr>
              <a:t>1 1 1</a:t>
            </a:r>
          </a:p>
        </p:txBody>
      </p:sp>
      <p:sp>
        <p:nvSpPr>
          <p:cNvPr id="7" name="">
            <a:extLst xmlns:a="http://schemas.openxmlformats.org/drawingml/2006/main">
              <a:ext uri="{FF2B5EF4-FFF2-40B4-BE49-F238E27FC236}">
                <a16:creationId xmlns:a16="http://schemas.microsoft.com/office/drawing/2014/main" id="{873DDEBA-7756-4E28-A139-C18B95D8007E}"/>
              </a:ext>
            </a:extLst>
          </p:cNvPr>
          <p:cNvSpPr>
            <a:spLocks xmlns:a="http://schemas.openxmlformats.org/drawingml/2006/main" noGrp="1"/>
          </p:cNvSpPr>
          <p:nvPr/>
        </p:nvSpPr>
        <p:spPr>
          <a:xfrm xmlns:a="http://schemas.openxmlformats.org/drawingml/2006/main">
            <a:off x="7667625" y="1714500"/>
            <a:ext cx="3714750" cy="400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2100" b="0">
                <a:solidFill>
                  <a:srgbClr val="403F3B"/>
                </a:solidFill>
                <a:latin typeface="DejaVu Sans"/>
                <a:ea typeface="DejaVu Sans"/>
                <a:cs typeface="DejaVu Sans"/>
              </a:defRPr>
            </a:pPr>
            <a:r>
              <a:rPr sz="2100" b="0">
                <a:solidFill>
                  <a:srgbClr val="403F3B"/>
                </a:solidFill>
                <a:latin typeface="DejaVu Sans"/>
                <a:ea typeface="DejaVu Sans"/>
                <a:cs typeface="DejaVu Sans"/>
              </a:rPr>
              <a:t>Ejecutar con los datos indicados.</a:t>
            </a:r>
          </a:p>
          <a:p xmlns:a="http://schemas.openxmlformats.org/drawingml/2006/main">
            <a:r>
              <a:t/>
            </a:r>
          </a:p>
          <a:p xmlns:a="http://schemas.openxmlformats.org/drawingml/2006/main">
            <a:pPr>
              <a:defRPr sz="2100" b="0">
                <a:solidFill>
                  <a:srgbClr val="403F3B"/>
                </a:solidFill>
                <a:latin typeface="DejaVu Sans"/>
                <a:ea typeface="DejaVu Sans"/>
                <a:cs typeface="DejaVu Sans"/>
              </a:defRPr>
            </a:pPr>
            <a:r>
              <a:rPr sz="2100" b="0">
                <a:solidFill>
                  <a:srgbClr val="403F3B"/>
                </a:solidFill>
                <a:latin typeface="DejaVu Sans"/>
                <a:ea typeface="DejaVu Sans"/>
                <a:cs typeface="DejaVu Sans"/>
              </a:rPr>
              <a:t>Relacionar cada línea con una instrucción.</a:t>
            </a:r>
          </a:p>
          <a:p xmlns:a="http://schemas.openxmlformats.org/drawingml/2006/main">
            <a:r>
              <a:t/>
            </a:r>
          </a:p>
          <a:p xmlns:a="http://schemas.openxmlformats.org/drawingml/2006/main">
            <a:pPr>
              <a:defRPr sz="2100" b="0">
                <a:solidFill>
                  <a:srgbClr val="403F3B"/>
                </a:solidFill>
                <a:latin typeface="DejaVu Sans"/>
                <a:ea typeface="DejaVu Sans"/>
                <a:cs typeface="DejaVu Sans"/>
              </a:defRPr>
            </a:pPr>
            <a:r>
              <a:rPr sz="2100" b="0">
                <a:solidFill>
                  <a:srgbClr val="403F3B"/>
                </a:solidFill>
                <a:latin typeface="DejaVu Sans"/>
                <a:ea typeface="DejaVu Sans"/>
                <a:cs typeface="DejaVu Sans"/>
              </a:rPr>
              <a:t>Cambiar un dato y anticipar la nueva salida.</a:t>
            </a:r>
          </a:p>
        </p:txBody>
      </p:sp>
    </p:spTree>
    <p:extLst>
      <p:ext uri="{BB962C8B-B14F-4D97-AF65-F5344CB8AC3E}">
        <p14:creationId xmlns:p14="http://schemas.microsoft.com/office/powerpoint/2010/main" val="1792693375"/>
      </p:ext>
    </p:extLst>
  </p:cSld>
</p:sld>
</file>

<file path=ppt/slides/slide10.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8" name="">
            <a:extLst xmlns:a="http://schemas.openxmlformats.org/drawingml/2006/main">
              <a:ext uri="{FF2B5EF4-FFF2-40B4-BE49-F238E27FC236}">
                <a16:creationId xmlns:a16="http://schemas.microsoft.com/office/drawing/2014/main" id="{93523A10-7C3E-4A5A-93F6-C63F75F5D91E}"/>
              </a:ext>
            </a:extLst>
          </p:cNvPr>
          <p:cNvSpPr>
            <a:spLocks xmlns:a="http://schemas.openxmlformats.org/drawingml/2006/main" noGrp="1"/>
          </p:cNvSpPr>
          <p:nvPr/>
        </p:nvSpPr>
        <p:spPr>
          <a:xfrm xmlns:a="http://schemas.openxmlformats.org/drawingml/2006/main">
            <a:off x="533400" y="457200"/>
            <a:ext cx="47625" cy="438150"/>
          </a:xfrm>
          <a:prstGeom xmlns:a="http://schemas.openxmlformats.org/drawingml/2006/main" prst="rect">
            <a:avLst/>
          </a:prstGeom>
          <a:solidFill xmlns:a="http://schemas.openxmlformats.org/drawingml/2006/main">
            <a:srgbClr val="FCC000"/>
          </a:solidFill>
          <a:ln xmlns:a="http://schemas.openxmlformats.org/drawingml/2006/main" w="0">
            <a:noFill/>
          </a:ln>
        </p:spPr>
      </p:sp>
      <p:sp>
        <p:nvSpPr>
          <p:cNvPr id="2" name="">
            <a:extLst xmlns:a="http://schemas.openxmlformats.org/drawingml/2006/main">
              <a:ext uri="{FF2B5EF4-FFF2-40B4-BE49-F238E27FC236}">
                <a16:creationId xmlns:a16="http://schemas.microsoft.com/office/drawing/2014/main" id="{14262495-DE3A-4CDE-AE60-5578C38FF4E9}"/>
              </a:ext>
            </a:extLst>
          </p:cNvPr>
          <p:cNvSpPr>
            <a:spLocks xmlns:a="http://schemas.openxmlformats.org/drawingml/2006/main" noGrp="1"/>
          </p:cNvSpPr>
          <p:nvPr/>
        </p:nvSpPr>
        <p:spPr>
          <a:xfrm xmlns:a="http://schemas.openxmlformats.org/drawingml/2006/main">
            <a:off x="809625" y="428625"/>
            <a:ext cx="10668000" cy="904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2925" b="1">
                <a:solidFill>
                  <a:srgbClr val="003772"/>
                </a:solidFill>
                <a:latin typeface="DejaVu Sans"/>
                <a:ea typeface="DejaVu Sans"/>
                <a:cs typeface="DejaVu Sans"/>
              </a:defRPr>
            </a:pPr>
            <a:r>
              <a:rPr sz="2925" b="1">
                <a:solidFill>
                  <a:srgbClr val="003772"/>
                </a:solidFill>
                <a:latin typeface="DejaVu Sans"/>
                <a:ea typeface="DejaVu Sans"/>
                <a:cs typeface="DejaVu Sans"/>
              </a:rPr>
              <a:t>PC1.1 · Problema y restricciones</a:t>
            </a:r>
          </a:p>
        </p:txBody>
      </p:sp>
      <p:sp>
        <p:nvSpPr>
          <p:cNvPr id="3" name="">
            <a:extLst xmlns:a="http://schemas.openxmlformats.org/drawingml/2006/main">
              <a:ext uri="{FF2B5EF4-FFF2-40B4-BE49-F238E27FC236}">
                <a16:creationId xmlns:a16="http://schemas.microsoft.com/office/drawing/2014/main" id="{2DD55339-EE8B-418B-ADB2-EFA797EC3409}"/>
              </a:ext>
            </a:extLst>
          </p:cNvPr>
          <p:cNvSpPr>
            <a:spLocks xmlns:a="http://schemas.openxmlformats.org/drawingml/2006/main" noGrp="1"/>
          </p:cNvSpPr>
          <p:nvPr/>
        </p:nvSpPr>
        <p:spPr>
          <a:xfrm xmlns:a="http://schemas.openxmlformats.org/drawingml/2006/main">
            <a:off x="609600" y="6191250"/>
            <a:ext cx="10972800" cy="9525"/>
          </a:xfrm>
          <a:prstGeom xmlns:a="http://schemas.openxmlformats.org/drawingml/2006/main" prst="rect">
            <a:avLst/>
          </a:prstGeom>
          <a:solidFill xmlns:a="http://schemas.openxmlformats.org/drawingml/2006/main">
            <a:srgbClr val="D8DFEB"/>
          </a:solidFill>
          <a:ln xmlns:a="http://schemas.openxmlformats.org/drawingml/2006/main" w="0">
            <a:noFill/>
          </a:ln>
        </p:spPr>
      </p:sp>
      <p:sp>
        <p:nvSpPr>
          <p:cNvPr id="4" name="">
            <a:extLst xmlns:a="http://schemas.openxmlformats.org/drawingml/2006/main">
              <a:ext uri="{FF2B5EF4-FFF2-40B4-BE49-F238E27FC236}">
                <a16:creationId xmlns:a16="http://schemas.microsoft.com/office/drawing/2014/main" id="{B5A14E73-6E91-410C-9645-B2CC43EE160E}"/>
              </a:ext>
            </a:extLst>
          </p:cNvPr>
          <p:cNvSpPr>
            <a:spLocks xmlns:a="http://schemas.openxmlformats.org/drawingml/2006/main" noGrp="1"/>
          </p:cNvSpPr>
          <p:nvPr/>
        </p:nvSpPr>
        <p:spPr>
          <a:xfrm xmlns:a="http://schemas.openxmlformats.org/drawingml/2006/main">
            <a:off x="695325" y="6381750"/>
            <a:ext cx="923925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1200" b="0">
                <a:solidFill>
                  <a:srgbClr val="5C5B5F"/>
                </a:solidFill>
                <a:latin typeface="DejaVu Sans"/>
                <a:ea typeface="DejaVu Sans"/>
                <a:cs typeface="DejaVu Sans"/>
              </a:defRPr>
            </a:pPr>
            <a:r>
              <a:rPr sz="1200" b="0">
                <a:solidFill>
                  <a:srgbClr val="5C5B5F"/>
                </a:solidFill>
                <a:latin typeface="DejaVu Sans"/>
                <a:ea typeface="DejaVu Sans"/>
                <a:cs typeface="DejaVu Sans"/>
              </a:rPr>
              <a:t>Programación · 1.1</a:t>
            </a:r>
          </a:p>
        </p:txBody>
      </p:sp>
      <p:sp>
        <p:nvSpPr>
          <p:cNvPr id="5" name="">
            <a:extLst xmlns:a="http://schemas.openxmlformats.org/drawingml/2006/main">
              <a:ext uri="{FF2B5EF4-FFF2-40B4-BE49-F238E27FC236}">
                <a16:creationId xmlns:a16="http://schemas.microsoft.com/office/drawing/2014/main" id="{902E09F9-D80D-4514-8C35-F6BFCBDE453B}"/>
              </a:ext>
            </a:extLst>
          </p:cNvPr>
          <p:cNvSpPr>
            <a:spLocks xmlns:a="http://schemas.openxmlformats.org/drawingml/2006/main" noGrp="1"/>
          </p:cNvSpPr>
          <p:nvPr/>
        </p:nvSpPr>
        <p:spPr>
          <a:xfrm xmlns:a="http://schemas.openxmlformats.org/drawingml/2006/main">
            <a:off x="11049000" y="6381750"/>
            <a:ext cx="428625"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1200" b="0">
                <a:solidFill>
                  <a:srgbClr val="5C5B5F"/>
                </a:solidFill>
                <a:latin typeface="DejaVu Sans"/>
                <a:ea typeface="DejaVu Sans"/>
                <a:cs typeface="DejaVu Sans"/>
              </a:defRPr>
            </a:pPr>
            <a:r>
              <a:rPr sz="1200" b="0">
                <a:solidFill>
                  <a:srgbClr val="5C5B5F"/>
                </a:solidFill>
                <a:latin typeface="DejaVu Sans"/>
                <a:ea typeface="DejaVu Sans"/>
                <a:cs typeface="DejaVu Sans"/>
              </a:rPr>
              <a:t>10</a:t>
            </a:r>
          </a:p>
        </p:txBody>
      </p:sp>
      <p:sp>
        <p:nvSpPr>
          <p:cNvPr id="6" name="">
            <a:extLst xmlns:a="http://schemas.openxmlformats.org/drawingml/2006/main">
              <a:ext uri="{FF2B5EF4-FFF2-40B4-BE49-F238E27FC236}">
                <a16:creationId xmlns:a16="http://schemas.microsoft.com/office/drawing/2014/main" id="{BC4280E1-F794-4B85-84B0-992E802A04C8}"/>
              </a:ext>
            </a:extLst>
          </p:cNvPr>
          <p:cNvSpPr>
            <a:spLocks xmlns:a="http://schemas.openxmlformats.org/drawingml/2006/main" noGrp="1"/>
          </p:cNvSpPr>
          <p:nvPr/>
        </p:nvSpPr>
        <p:spPr>
          <a:xfrm xmlns:a="http://schemas.openxmlformats.org/drawingml/2006/main">
            <a:off x="819150" y="1571625"/>
            <a:ext cx="10572750" cy="3857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2250" b="0">
                <a:solidFill>
                  <a:srgbClr val="403F3B"/>
                </a:solidFill>
                <a:latin typeface="DejaVu Sans"/>
                <a:ea typeface="DejaVu Sans"/>
                <a:cs typeface="DejaVu Sans"/>
              </a:defRPr>
            </a:pPr>
            <a:r>
              <a:rPr sz="2250" b="0">
                <a:solidFill>
                  <a:srgbClr val="403F3B"/>
                </a:solidFill>
                <a:latin typeface="DejaVu Sans"/>
                <a:ea typeface="DejaVu Sans"/>
                <a:cs typeface="DejaVu Sans"/>
              </a:rPr>
              <a:t>Formalizar la regla “permitir acceso con credencial y reserva, o con autorización del responsable”. Definir las tres proposiciones, completar las ocho filas de su tabla y expresar la negación mediante De Morgan. Usar Python o Java solo para contrastar la tabla manual, sin exigir todavía escribir bucles desde cero.</a:t>
            </a:r>
          </a:p>
        </p:txBody>
      </p:sp>
      <p:sp>
        <p:nvSpPr>
          <p:cNvPr id="7" name="">
            <a:extLst xmlns:a="http://schemas.openxmlformats.org/drawingml/2006/main">
              <a:ext uri="{FF2B5EF4-FFF2-40B4-BE49-F238E27FC236}">
                <a16:creationId xmlns:a16="http://schemas.microsoft.com/office/drawing/2014/main" id="{218395FF-D654-469F-A728-FA85BE2563C9}"/>
              </a:ext>
            </a:extLst>
          </p:cNvPr>
          <p:cNvSpPr>
            <a:spLocks xmlns:a="http://schemas.openxmlformats.org/drawingml/2006/main" noGrp="1"/>
          </p:cNvSpPr>
          <p:nvPr/>
        </p:nvSpPr>
        <p:spPr>
          <a:xfrm xmlns:a="http://schemas.openxmlformats.org/drawingml/2006/main">
            <a:off x="819150" y="5476875"/>
            <a:ext cx="1057275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1875" b="1">
                <a:solidFill>
                  <a:srgbClr val="003772"/>
                </a:solidFill>
                <a:latin typeface="DejaVu Sans"/>
                <a:ea typeface="DejaVu Sans"/>
                <a:cs typeface="DejaVu Sans"/>
              </a:defRPr>
            </a:pPr>
            <a:r>
              <a:rPr sz="1875" b="1">
                <a:solidFill>
                  <a:srgbClr val="003772"/>
                </a:solidFill>
                <a:latin typeface="DejaVu Sans"/>
                <a:ea typeface="DejaVu Sans"/>
                <a:cs typeface="DejaVu Sans"/>
              </a:rPr>
              <a:t>Resolver de forma autónoma y registrar evidencia real.</a:t>
            </a:r>
          </a:p>
        </p:txBody>
      </p:sp>
    </p:spTree>
    <p:extLst>
      <p:ext uri="{BB962C8B-B14F-4D97-AF65-F5344CB8AC3E}">
        <p14:creationId xmlns:p14="http://schemas.microsoft.com/office/powerpoint/2010/main" val="2056417109"/>
      </p:ext>
    </p:extLst>
  </p:cSld>
</p:sld>
</file>

<file path=ppt/slides/slide11.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4" name="">
            <a:extLst xmlns:a="http://schemas.openxmlformats.org/drawingml/2006/main">
              <a:ext uri="{FF2B5EF4-FFF2-40B4-BE49-F238E27FC236}">
                <a16:creationId xmlns:a16="http://schemas.microsoft.com/office/drawing/2014/main" id="{D1082921-9D5E-4561-9C46-B02B2C2C8D88}"/>
              </a:ext>
            </a:extLst>
          </p:cNvPr>
          <p:cNvSpPr>
            <a:spLocks xmlns:a="http://schemas.openxmlformats.org/drawingml/2006/main" noGrp="1"/>
          </p:cNvSpPr>
          <p:nvPr/>
        </p:nvSpPr>
        <p:spPr>
          <a:xfrm xmlns:a="http://schemas.openxmlformats.org/drawingml/2006/main">
            <a:off x="533400" y="457200"/>
            <a:ext cx="47625" cy="438150"/>
          </a:xfrm>
          <a:prstGeom xmlns:a="http://schemas.openxmlformats.org/drawingml/2006/main" prst="rect">
            <a:avLst/>
          </a:prstGeom>
          <a:solidFill xmlns:a="http://schemas.openxmlformats.org/drawingml/2006/main">
            <a:srgbClr val="FCC000"/>
          </a:solidFill>
          <a:ln xmlns:a="http://schemas.openxmlformats.org/drawingml/2006/main" w="0">
            <a:noFill/>
          </a:ln>
        </p:spPr>
      </p:sp>
      <p:sp>
        <p:nvSpPr>
          <p:cNvPr id="2" name="">
            <a:extLst xmlns:a="http://schemas.openxmlformats.org/drawingml/2006/main">
              <a:ext uri="{FF2B5EF4-FFF2-40B4-BE49-F238E27FC236}">
                <a16:creationId xmlns:a16="http://schemas.microsoft.com/office/drawing/2014/main" id="{B5AD76C8-5893-44E3-9705-9C6E690080CF}"/>
              </a:ext>
            </a:extLst>
          </p:cNvPr>
          <p:cNvSpPr>
            <a:spLocks xmlns:a="http://schemas.openxmlformats.org/drawingml/2006/main" noGrp="1"/>
          </p:cNvSpPr>
          <p:nvPr/>
        </p:nvSpPr>
        <p:spPr>
          <a:xfrm xmlns:a="http://schemas.openxmlformats.org/drawingml/2006/main">
            <a:off x="809625" y="428625"/>
            <a:ext cx="10668000" cy="904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2925" b="1">
                <a:solidFill>
                  <a:srgbClr val="003772"/>
                </a:solidFill>
                <a:latin typeface="DejaVu Sans"/>
                <a:ea typeface="DejaVu Sans"/>
                <a:cs typeface="DejaVu Sans"/>
              </a:defRPr>
            </a:pPr>
            <a:r>
              <a:rPr sz="2925" b="1">
                <a:solidFill>
                  <a:srgbClr val="003772"/>
                </a:solidFill>
                <a:latin typeface="DejaVu Sans"/>
                <a:ea typeface="DejaVu Sans"/>
                <a:cs typeface="DejaVu Sans"/>
              </a:rPr>
              <a:t>PC1.1 · Casos de aceptación</a:t>
            </a:r>
          </a:p>
        </p:txBody>
      </p:sp>
      <p:sp>
        <p:nvSpPr>
          <p:cNvPr id="3" name="">
            <a:extLst xmlns:a="http://schemas.openxmlformats.org/drawingml/2006/main">
              <a:ext uri="{FF2B5EF4-FFF2-40B4-BE49-F238E27FC236}">
                <a16:creationId xmlns:a16="http://schemas.microsoft.com/office/drawing/2014/main" id="{8B57B370-5D23-4298-9957-7119866A864C}"/>
              </a:ext>
            </a:extLst>
          </p:cNvPr>
          <p:cNvSpPr>
            <a:spLocks xmlns:a="http://schemas.openxmlformats.org/drawingml/2006/main" noGrp="1"/>
          </p:cNvSpPr>
          <p:nvPr/>
        </p:nvSpPr>
        <p:spPr>
          <a:xfrm xmlns:a="http://schemas.openxmlformats.org/drawingml/2006/main">
            <a:off x="609600" y="6191250"/>
            <a:ext cx="10972800" cy="9525"/>
          </a:xfrm>
          <a:prstGeom xmlns:a="http://schemas.openxmlformats.org/drawingml/2006/main" prst="rect">
            <a:avLst/>
          </a:prstGeom>
          <a:solidFill xmlns:a="http://schemas.openxmlformats.org/drawingml/2006/main">
            <a:srgbClr val="D8DFEB"/>
          </a:solidFill>
          <a:ln xmlns:a="http://schemas.openxmlformats.org/drawingml/2006/main" w="0">
            <a:noFill/>
          </a:ln>
        </p:spPr>
      </p:sp>
      <p:sp>
        <p:nvSpPr>
          <p:cNvPr id="4" name="">
            <a:extLst xmlns:a="http://schemas.openxmlformats.org/drawingml/2006/main">
              <a:ext uri="{FF2B5EF4-FFF2-40B4-BE49-F238E27FC236}">
                <a16:creationId xmlns:a16="http://schemas.microsoft.com/office/drawing/2014/main" id="{07786930-3B41-482B-A70F-ABE828A85D72}"/>
              </a:ext>
            </a:extLst>
          </p:cNvPr>
          <p:cNvSpPr>
            <a:spLocks xmlns:a="http://schemas.openxmlformats.org/drawingml/2006/main" noGrp="1"/>
          </p:cNvSpPr>
          <p:nvPr/>
        </p:nvSpPr>
        <p:spPr>
          <a:xfrm xmlns:a="http://schemas.openxmlformats.org/drawingml/2006/main">
            <a:off x="695325" y="6381750"/>
            <a:ext cx="923925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1200" b="0">
                <a:solidFill>
                  <a:srgbClr val="5C5B5F"/>
                </a:solidFill>
                <a:latin typeface="DejaVu Sans"/>
                <a:ea typeface="DejaVu Sans"/>
                <a:cs typeface="DejaVu Sans"/>
              </a:defRPr>
            </a:pPr>
            <a:r>
              <a:rPr sz="1200" b="0">
                <a:solidFill>
                  <a:srgbClr val="5C5B5F"/>
                </a:solidFill>
                <a:latin typeface="DejaVu Sans"/>
                <a:ea typeface="DejaVu Sans"/>
                <a:cs typeface="DejaVu Sans"/>
              </a:rPr>
              <a:t>Programación · 1.1</a:t>
            </a:r>
          </a:p>
        </p:txBody>
      </p:sp>
      <p:sp>
        <p:nvSpPr>
          <p:cNvPr id="5" name="">
            <a:extLst xmlns:a="http://schemas.openxmlformats.org/drawingml/2006/main">
              <a:ext uri="{FF2B5EF4-FFF2-40B4-BE49-F238E27FC236}">
                <a16:creationId xmlns:a16="http://schemas.microsoft.com/office/drawing/2014/main" id="{C6212600-93B1-495F-BF4C-393A3BE12023}"/>
              </a:ext>
            </a:extLst>
          </p:cNvPr>
          <p:cNvSpPr>
            <a:spLocks xmlns:a="http://schemas.openxmlformats.org/drawingml/2006/main" noGrp="1"/>
          </p:cNvSpPr>
          <p:nvPr/>
        </p:nvSpPr>
        <p:spPr>
          <a:xfrm xmlns:a="http://schemas.openxmlformats.org/drawingml/2006/main">
            <a:off x="11049000" y="6381750"/>
            <a:ext cx="428625"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1200" b="0">
                <a:solidFill>
                  <a:srgbClr val="5C5B5F"/>
                </a:solidFill>
                <a:latin typeface="DejaVu Sans"/>
                <a:ea typeface="DejaVu Sans"/>
                <a:cs typeface="DejaVu Sans"/>
              </a:defRPr>
            </a:pPr>
            <a:r>
              <a:rPr sz="1200" b="0">
                <a:solidFill>
                  <a:srgbClr val="5C5B5F"/>
                </a:solidFill>
                <a:latin typeface="DejaVu Sans"/>
                <a:ea typeface="DejaVu Sans"/>
                <a:cs typeface="DejaVu Sans"/>
              </a:rPr>
              <a:t>11</a:t>
            </a:r>
          </a:p>
        </p:txBody>
      </p:sp>
      <p:sp>
        <p:nvSpPr>
          <p:cNvPr id="6" name="">
            <a:extLst xmlns:a="http://schemas.openxmlformats.org/drawingml/2006/main">
              <a:ext uri="{FF2B5EF4-FFF2-40B4-BE49-F238E27FC236}">
                <a16:creationId xmlns:a16="http://schemas.microsoft.com/office/drawing/2014/main" id="{483C3D97-65E0-42F8-8DDD-9E7B2015FF8C}"/>
              </a:ext>
            </a:extLst>
          </p:cNvPr>
          <p:cNvSpPr>
            <a:spLocks xmlns:a="http://schemas.openxmlformats.org/drawingml/2006/main" noGrp="1"/>
          </p:cNvSpPr>
          <p:nvPr/>
        </p:nvSpPr>
        <p:spPr>
          <a:xfrm xmlns:a="http://schemas.openxmlformats.org/drawingml/2006/main">
            <a:off x="819150" y="1619250"/>
            <a:ext cx="4667250" cy="838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1875" b="0">
                <a:solidFill>
                  <a:srgbClr val="003772"/>
                </a:solidFill>
                <a:latin typeface="DejaVu Sans"/>
                <a:ea typeface="DejaVu Sans"/>
                <a:cs typeface="DejaVu Sans"/>
              </a:defRPr>
            </a:pPr>
            <a:r>
              <a:rPr sz="1875" b="0">
                <a:solidFill>
                  <a:srgbClr val="003772"/>
                </a:solidFill>
                <a:latin typeface="DejaVu Sans"/>
                <a:ea typeface="DejaVu Sans"/>
                <a:cs typeface="DejaVu Sans"/>
              </a:rPr>
              <a:t>0, 0, 0</a:t>
            </a:r>
          </a:p>
        </p:txBody>
      </p:sp>
      <p:sp>
        <p:nvSpPr>
          <p:cNvPr id="7" name="">
            <a:extLst xmlns:a="http://schemas.openxmlformats.org/drawingml/2006/main">
              <a:ext uri="{FF2B5EF4-FFF2-40B4-BE49-F238E27FC236}">
                <a16:creationId xmlns:a16="http://schemas.microsoft.com/office/drawing/2014/main" id="{9530AECF-C2C3-4326-B437-6F62A5BA3144}"/>
              </a:ext>
            </a:extLst>
          </p:cNvPr>
          <p:cNvSpPr>
            <a:spLocks xmlns:a="http://schemas.openxmlformats.org/drawingml/2006/main" noGrp="1"/>
          </p:cNvSpPr>
          <p:nvPr/>
        </p:nvSpPr>
        <p:spPr>
          <a:xfrm xmlns:a="http://schemas.openxmlformats.org/drawingml/2006/main">
            <a:off x="5953125" y="1619250"/>
            <a:ext cx="5429250" cy="838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1875" b="0">
                <a:solidFill>
                  <a:srgbClr val="403F3B"/>
                </a:solidFill>
                <a:latin typeface="DejaVu Sans"/>
                <a:ea typeface="DejaVu Sans"/>
                <a:cs typeface="DejaVu Sans"/>
              </a:defRPr>
            </a:pPr>
            <a:r>
              <a:rPr sz="1875" b="0">
                <a:solidFill>
                  <a:srgbClr val="403F3B"/>
                </a:solidFill>
                <a:latin typeface="DejaVu Sans"/>
                <a:ea typeface="DejaVu Sans"/>
                <a:cs typeface="DejaVu Sans"/>
              </a:rPr>
              <a:t>0</a:t>
            </a:r>
          </a:p>
        </p:txBody>
      </p:sp>
      <p:sp>
        <p:nvSpPr>
          <p:cNvPr id="8" name="">
            <a:extLst xmlns:a="http://schemas.openxmlformats.org/drawingml/2006/main">
              <a:ext uri="{FF2B5EF4-FFF2-40B4-BE49-F238E27FC236}">
                <a16:creationId xmlns:a16="http://schemas.microsoft.com/office/drawing/2014/main" id="{827F5615-0FC6-4385-8F83-9FC71E259331}"/>
              </a:ext>
            </a:extLst>
          </p:cNvPr>
          <p:cNvSpPr>
            <a:spLocks xmlns:a="http://schemas.openxmlformats.org/drawingml/2006/main" noGrp="1"/>
          </p:cNvSpPr>
          <p:nvPr/>
        </p:nvSpPr>
        <p:spPr>
          <a:xfrm xmlns:a="http://schemas.openxmlformats.org/drawingml/2006/main">
            <a:off x="819150" y="2600325"/>
            <a:ext cx="4667250" cy="838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1875" b="0">
                <a:solidFill>
                  <a:srgbClr val="003772"/>
                </a:solidFill>
                <a:latin typeface="DejaVu Sans"/>
                <a:ea typeface="DejaVu Sans"/>
                <a:cs typeface="DejaVu Sans"/>
              </a:defRPr>
            </a:pPr>
            <a:r>
              <a:rPr sz="1875" b="0">
                <a:solidFill>
                  <a:srgbClr val="003772"/>
                </a:solidFill>
                <a:latin typeface="DejaVu Sans"/>
                <a:ea typeface="DejaVu Sans"/>
                <a:cs typeface="DejaVu Sans"/>
              </a:rPr>
              <a:t>1, 1, 0</a:t>
            </a:r>
          </a:p>
        </p:txBody>
      </p:sp>
      <p:sp>
        <p:nvSpPr>
          <p:cNvPr id="9" name="">
            <a:extLst xmlns:a="http://schemas.openxmlformats.org/drawingml/2006/main">
              <a:ext uri="{FF2B5EF4-FFF2-40B4-BE49-F238E27FC236}">
                <a16:creationId xmlns:a16="http://schemas.microsoft.com/office/drawing/2014/main" id="{E43BD5A4-E683-4AD0-8CDC-EAF3035B2A35}"/>
              </a:ext>
            </a:extLst>
          </p:cNvPr>
          <p:cNvSpPr>
            <a:spLocks xmlns:a="http://schemas.openxmlformats.org/drawingml/2006/main" noGrp="1"/>
          </p:cNvSpPr>
          <p:nvPr/>
        </p:nvSpPr>
        <p:spPr>
          <a:xfrm xmlns:a="http://schemas.openxmlformats.org/drawingml/2006/main">
            <a:off x="5953125" y="2600325"/>
            <a:ext cx="5429250" cy="838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1875" b="0">
                <a:solidFill>
                  <a:srgbClr val="403F3B"/>
                </a:solidFill>
                <a:latin typeface="DejaVu Sans"/>
                <a:ea typeface="DejaVu Sans"/>
                <a:cs typeface="DejaVu Sans"/>
              </a:defRPr>
            </a:pPr>
            <a:r>
              <a:rPr sz="1875" b="0">
                <a:solidFill>
                  <a:srgbClr val="403F3B"/>
                </a:solidFill>
                <a:latin typeface="DejaVu Sans"/>
                <a:ea typeface="DejaVu Sans"/>
                <a:cs typeface="DejaVu Sans"/>
              </a:rPr>
              <a:t>1</a:t>
            </a:r>
          </a:p>
        </p:txBody>
      </p:sp>
      <p:sp>
        <p:nvSpPr>
          <p:cNvPr id="10" name="">
            <a:extLst xmlns:a="http://schemas.openxmlformats.org/drawingml/2006/main">
              <a:ext uri="{FF2B5EF4-FFF2-40B4-BE49-F238E27FC236}">
                <a16:creationId xmlns:a16="http://schemas.microsoft.com/office/drawing/2014/main" id="{157E8225-3581-4FA0-A0EC-2ED7D352C528}"/>
              </a:ext>
            </a:extLst>
          </p:cNvPr>
          <p:cNvSpPr>
            <a:spLocks xmlns:a="http://schemas.openxmlformats.org/drawingml/2006/main" noGrp="1"/>
          </p:cNvSpPr>
          <p:nvPr/>
        </p:nvSpPr>
        <p:spPr>
          <a:xfrm xmlns:a="http://schemas.openxmlformats.org/drawingml/2006/main">
            <a:off x="819150" y="3581400"/>
            <a:ext cx="4667250" cy="838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1875" b="0">
                <a:solidFill>
                  <a:srgbClr val="003772"/>
                </a:solidFill>
                <a:latin typeface="DejaVu Sans"/>
                <a:ea typeface="DejaVu Sans"/>
                <a:cs typeface="DejaVu Sans"/>
              </a:defRPr>
            </a:pPr>
            <a:r>
              <a:rPr sz="1875" b="0">
                <a:solidFill>
                  <a:srgbClr val="003772"/>
                </a:solidFill>
                <a:latin typeface="DejaVu Sans"/>
                <a:ea typeface="DejaVu Sans"/>
                <a:cs typeface="DejaVu Sans"/>
              </a:rPr>
              <a:t>0, 0, 1</a:t>
            </a:r>
          </a:p>
        </p:txBody>
      </p:sp>
      <p:sp>
        <p:nvSpPr>
          <p:cNvPr id="11" name="">
            <a:extLst xmlns:a="http://schemas.openxmlformats.org/drawingml/2006/main">
              <a:ext uri="{FF2B5EF4-FFF2-40B4-BE49-F238E27FC236}">
                <a16:creationId xmlns:a16="http://schemas.microsoft.com/office/drawing/2014/main" id="{BAFCEFCC-D53A-4F0C-A20C-D7A4A195A049}"/>
              </a:ext>
            </a:extLst>
          </p:cNvPr>
          <p:cNvSpPr>
            <a:spLocks xmlns:a="http://schemas.openxmlformats.org/drawingml/2006/main" noGrp="1"/>
          </p:cNvSpPr>
          <p:nvPr/>
        </p:nvSpPr>
        <p:spPr>
          <a:xfrm xmlns:a="http://schemas.openxmlformats.org/drawingml/2006/main">
            <a:off x="5953125" y="3581400"/>
            <a:ext cx="5429250" cy="838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1875" b="0">
                <a:solidFill>
                  <a:srgbClr val="403F3B"/>
                </a:solidFill>
                <a:latin typeface="DejaVu Sans"/>
                <a:ea typeface="DejaVu Sans"/>
                <a:cs typeface="DejaVu Sans"/>
              </a:defRPr>
            </a:pPr>
            <a:r>
              <a:rPr sz="1875" b="0">
                <a:solidFill>
                  <a:srgbClr val="403F3B"/>
                </a:solidFill>
                <a:latin typeface="DejaVu Sans"/>
                <a:ea typeface="DejaVu Sans"/>
                <a:cs typeface="DejaVu Sans"/>
              </a:rPr>
              <a:t>1</a:t>
            </a:r>
          </a:p>
        </p:txBody>
      </p:sp>
      <p:sp>
        <p:nvSpPr>
          <p:cNvPr id="12" name="">
            <a:extLst xmlns:a="http://schemas.openxmlformats.org/drawingml/2006/main">
              <a:ext uri="{FF2B5EF4-FFF2-40B4-BE49-F238E27FC236}">
                <a16:creationId xmlns:a16="http://schemas.microsoft.com/office/drawing/2014/main" id="{CB035FC6-EDAB-49FE-82FD-B21BD9A38AE4}"/>
              </a:ext>
            </a:extLst>
          </p:cNvPr>
          <p:cNvSpPr>
            <a:spLocks xmlns:a="http://schemas.openxmlformats.org/drawingml/2006/main" noGrp="1"/>
          </p:cNvSpPr>
          <p:nvPr/>
        </p:nvSpPr>
        <p:spPr>
          <a:xfrm xmlns:a="http://schemas.openxmlformats.org/drawingml/2006/main">
            <a:off x="819150" y="4562475"/>
            <a:ext cx="4667250" cy="838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1875" b="0">
                <a:solidFill>
                  <a:srgbClr val="003772"/>
                </a:solidFill>
                <a:latin typeface="DejaVu Sans"/>
                <a:ea typeface="DejaVu Sans"/>
                <a:cs typeface="DejaVu Sans"/>
              </a:defRPr>
            </a:pPr>
            <a:r>
              <a:rPr sz="1875" b="0">
                <a:solidFill>
                  <a:srgbClr val="003772"/>
                </a:solidFill>
                <a:latin typeface="DejaVu Sans"/>
                <a:ea typeface="DejaVu Sans"/>
                <a:cs typeface="DejaVu Sans"/>
              </a:rPr>
              <a:t>1, 0, 0</a:t>
            </a:r>
          </a:p>
        </p:txBody>
      </p:sp>
      <p:sp>
        <p:nvSpPr>
          <p:cNvPr id="13" name="">
            <a:extLst xmlns:a="http://schemas.openxmlformats.org/drawingml/2006/main">
              <a:ext uri="{FF2B5EF4-FFF2-40B4-BE49-F238E27FC236}">
                <a16:creationId xmlns:a16="http://schemas.microsoft.com/office/drawing/2014/main" id="{E88D9858-4A87-431B-9779-67E9C5AFCA1D}"/>
              </a:ext>
            </a:extLst>
          </p:cNvPr>
          <p:cNvSpPr>
            <a:spLocks xmlns:a="http://schemas.openxmlformats.org/drawingml/2006/main" noGrp="1"/>
          </p:cNvSpPr>
          <p:nvPr/>
        </p:nvSpPr>
        <p:spPr>
          <a:xfrm xmlns:a="http://schemas.openxmlformats.org/drawingml/2006/main">
            <a:off x="5953125" y="4562475"/>
            <a:ext cx="5429250" cy="838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1875" b="0">
                <a:solidFill>
                  <a:srgbClr val="403F3B"/>
                </a:solidFill>
                <a:latin typeface="DejaVu Sans"/>
                <a:ea typeface="DejaVu Sans"/>
                <a:cs typeface="DejaVu Sans"/>
              </a:defRPr>
            </a:pPr>
            <a:r>
              <a:rPr sz="1875" b="0">
                <a:solidFill>
                  <a:srgbClr val="403F3B"/>
                </a:solidFill>
                <a:latin typeface="DejaVu Sans"/>
                <a:ea typeface="DejaVu Sans"/>
                <a:cs typeface="DejaVu Sans"/>
              </a:rPr>
              <a:t>0</a:t>
            </a:r>
          </a:p>
        </p:txBody>
      </p:sp>
    </p:spTree>
    <p:extLst>
      <p:ext uri="{BB962C8B-B14F-4D97-AF65-F5344CB8AC3E}">
        <p14:creationId xmlns:p14="http://schemas.microsoft.com/office/powerpoint/2010/main" val="255254846"/>
      </p:ext>
    </p:extLst>
  </p:cSld>
</p:sld>
</file>

<file path=ppt/slides/slide12.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2" name="">
            <a:extLst xmlns:a="http://schemas.openxmlformats.org/drawingml/2006/main">
              <a:ext uri="{FF2B5EF4-FFF2-40B4-BE49-F238E27FC236}">
                <a16:creationId xmlns:a16="http://schemas.microsoft.com/office/drawing/2014/main" id="{B0FA54B7-61E7-478B-B450-441866F9EFC0}"/>
              </a:ext>
            </a:extLst>
          </p:cNvPr>
          <p:cNvSpPr>
            <a:spLocks xmlns:a="http://schemas.openxmlformats.org/drawingml/2006/main" noGrp="1"/>
          </p:cNvSpPr>
          <p:nvPr/>
        </p:nvSpPr>
        <p:spPr>
          <a:xfrm xmlns:a="http://schemas.openxmlformats.org/drawingml/2006/main">
            <a:off x="533400" y="457200"/>
            <a:ext cx="47625" cy="438150"/>
          </a:xfrm>
          <a:prstGeom xmlns:a="http://schemas.openxmlformats.org/drawingml/2006/main" prst="rect">
            <a:avLst/>
          </a:prstGeom>
          <a:solidFill xmlns:a="http://schemas.openxmlformats.org/drawingml/2006/main">
            <a:srgbClr val="FCC000"/>
          </a:solidFill>
          <a:ln xmlns:a="http://schemas.openxmlformats.org/drawingml/2006/main" w="0">
            <a:noFill/>
          </a:ln>
        </p:spPr>
      </p:sp>
      <p:sp>
        <p:nvSpPr>
          <p:cNvPr id="2" name="">
            <a:extLst xmlns:a="http://schemas.openxmlformats.org/drawingml/2006/main">
              <a:ext uri="{FF2B5EF4-FFF2-40B4-BE49-F238E27FC236}">
                <a16:creationId xmlns:a16="http://schemas.microsoft.com/office/drawing/2014/main" id="{21EA32D7-069F-45E5-836A-126454175779}"/>
              </a:ext>
            </a:extLst>
          </p:cNvPr>
          <p:cNvSpPr>
            <a:spLocks xmlns:a="http://schemas.openxmlformats.org/drawingml/2006/main" noGrp="1"/>
          </p:cNvSpPr>
          <p:nvPr/>
        </p:nvSpPr>
        <p:spPr>
          <a:xfrm xmlns:a="http://schemas.openxmlformats.org/drawingml/2006/main">
            <a:off x="809625" y="428625"/>
            <a:ext cx="10668000" cy="904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2925" b="1">
                <a:solidFill>
                  <a:srgbClr val="003772"/>
                </a:solidFill>
                <a:latin typeface="DejaVu Sans"/>
                <a:ea typeface="DejaVu Sans"/>
                <a:cs typeface="DejaVu Sans"/>
              </a:defRPr>
            </a:pPr>
            <a:r>
              <a:rPr sz="2925" b="1">
                <a:solidFill>
                  <a:srgbClr val="003772"/>
                </a:solidFill>
                <a:latin typeface="DejaVu Sans"/>
                <a:ea typeface="DejaVu Sans"/>
                <a:cs typeface="DejaVu Sans"/>
              </a:rPr>
              <a:t>Lo esencial de hoy</a:t>
            </a:r>
          </a:p>
        </p:txBody>
      </p:sp>
      <p:sp>
        <p:nvSpPr>
          <p:cNvPr id="3" name="">
            <a:extLst xmlns:a="http://schemas.openxmlformats.org/drawingml/2006/main">
              <a:ext uri="{FF2B5EF4-FFF2-40B4-BE49-F238E27FC236}">
                <a16:creationId xmlns:a16="http://schemas.microsoft.com/office/drawing/2014/main" id="{288ED668-186F-42D8-A11B-1EC69163A0AF}"/>
              </a:ext>
            </a:extLst>
          </p:cNvPr>
          <p:cNvSpPr>
            <a:spLocks xmlns:a="http://schemas.openxmlformats.org/drawingml/2006/main" noGrp="1"/>
          </p:cNvSpPr>
          <p:nvPr/>
        </p:nvSpPr>
        <p:spPr>
          <a:xfrm xmlns:a="http://schemas.openxmlformats.org/drawingml/2006/main">
            <a:off x="609600" y="6191250"/>
            <a:ext cx="10972800" cy="9525"/>
          </a:xfrm>
          <a:prstGeom xmlns:a="http://schemas.openxmlformats.org/drawingml/2006/main" prst="rect">
            <a:avLst/>
          </a:prstGeom>
          <a:solidFill xmlns:a="http://schemas.openxmlformats.org/drawingml/2006/main">
            <a:srgbClr val="D8DFEB"/>
          </a:solidFill>
          <a:ln xmlns:a="http://schemas.openxmlformats.org/drawingml/2006/main" w="0">
            <a:noFill/>
          </a:ln>
        </p:spPr>
      </p:sp>
      <p:sp>
        <p:nvSpPr>
          <p:cNvPr id="4" name="">
            <a:extLst xmlns:a="http://schemas.openxmlformats.org/drawingml/2006/main">
              <a:ext uri="{FF2B5EF4-FFF2-40B4-BE49-F238E27FC236}">
                <a16:creationId xmlns:a16="http://schemas.microsoft.com/office/drawing/2014/main" id="{0505711F-B821-4837-B6C0-94953955DDC5}"/>
              </a:ext>
            </a:extLst>
          </p:cNvPr>
          <p:cNvSpPr>
            <a:spLocks xmlns:a="http://schemas.openxmlformats.org/drawingml/2006/main" noGrp="1"/>
          </p:cNvSpPr>
          <p:nvPr/>
        </p:nvSpPr>
        <p:spPr>
          <a:xfrm xmlns:a="http://schemas.openxmlformats.org/drawingml/2006/main">
            <a:off x="695325" y="6381750"/>
            <a:ext cx="923925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1200" b="0">
                <a:solidFill>
                  <a:srgbClr val="5C5B5F"/>
                </a:solidFill>
                <a:latin typeface="DejaVu Sans"/>
                <a:ea typeface="DejaVu Sans"/>
                <a:cs typeface="DejaVu Sans"/>
              </a:defRPr>
            </a:pPr>
            <a:r>
              <a:rPr sz="1200" b="0">
                <a:solidFill>
                  <a:srgbClr val="5C5B5F"/>
                </a:solidFill>
                <a:latin typeface="DejaVu Sans"/>
                <a:ea typeface="DejaVu Sans"/>
                <a:cs typeface="DejaVu Sans"/>
              </a:rPr>
              <a:t>Programación · 1.1</a:t>
            </a:r>
          </a:p>
        </p:txBody>
      </p:sp>
      <p:sp>
        <p:nvSpPr>
          <p:cNvPr id="5" name="">
            <a:extLst xmlns:a="http://schemas.openxmlformats.org/drawingml/2006/main">
              <a:ext uri="{FF2B5EF4-FFF2-40B4-BE49-F238E27FC236}">
                <a16:creationId xmlns:a16="http://schemas.microsoft.com/office/drawing/2014/main" id="{2B9E4B1D-F1EF-4FFF-8182-301DA451BA01}"/>
              </a:ext>
            </a:extLst>
          </p:cNvPr>
          <p:cNvSpPr>
            <a:spLocks xmlns:a="http://schemas.openxmlformats.org/drawingml/2006/main" noGrp="1"/>
          </p:cNvSpPr>
          <p:nvPr/>
        </p:nvSpPr>
        <p:spPr>
          <a:xfrm xmlns:a="http://schemas.openxmlformats.org/drawingml/2006/main">
            <a:off x="11049000" y="6381750"/>
            <a:ext cx="428625"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1200" b="0">
                <a:solidFill>
                  <a:srgbClr val="5C5B5F"/>
                </a:solidFill>
                <a:latin typeface="DejaVu Sans"/>
                <a:ea typeface="DejaVu Sans"/>
                <a:cs typeface="DejaVu Sans"/>
              </a:defRPr>
            </a:pPr>
            <a:r>
              <a:rPr sz="1200" b="0">
                <a:solidFill>
                  <a:srgbClr val="5C5B5F"/>
                </a:solidFill>
                <a:latin typeface="DejaVu Sans"/>
                <a:ea typeface="DejaVu Sans"/>
                <a:cs typeface="DejaVu Sans"/>
              </a:rPr>
              <a:t>12</a:t>
            </a:r>
          </a:p>
        </p:txBody>
      </p:sp>
      <p:sp>
        <p:nvSpPr>
          <p:cNvPr id="6" name="">
            <a:extLst xmlns:a="http://schemas.openxmlformats.org/drawingml/2006/main">
              <a:ext uri="{FF2B5EF4-FFF2-40B4-BE49-F238E27FC236}">
                <a16:creationId xmlns:a16="http://schemas.microsoft.com/office/drawing/2014/main" id="{1613856E-31F8-4F5A-BAC6-2D6C42167A91}"/>
              </a:ext>
            </a:extLst>
          </p:cNvPr>
          <p:cNvSpPr>
            <a:spLocks xmlns:a="http://schemas.openxmlformats.org/drawingml/2006/main" noGrp="1"/>
          </p:cNvSpPr>
          <p:nvPr/>
        </p:nvSpPr>
        <p:spPr>
          <a:xfrm xmlns:a="http://schemas.openxmlformats.org/drawingml/2006/main">
            <a:off x="762000" y="1809750"/>
            <a:ext cx="619125" cy="714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2175" b="1">
                <a:solidFill>
                  <a:srgbClr val="0065B0"/>
                </a:solidFill>
                <a:latin typeface="DejaVu Sans"/>
                <a:ea typeface="DejaVu Sans"/>
                <a:cs typeface="DejaVu Sans"/>
              </a:defRPr>
            </a:pPr>
            <a:r>
              <a:rPr sz="2175" b="1">
                <a:solidFill>
                  <a:srgbClr val="0065B0"/>
                </a:solidFill>
                <a:latin typeface="DejaVu Sans"/>
                <a:ea typeface="DejaVu Sans"/>
                <a:cs typeface="DejaVu Sans"/>
              </a:rPr>
              <a:t>01</a:t>
            </a:r>
          </a:p>
        </p:txBody>
      </p:sp>
      <p:sp>
        <p:nvSpPr>
          <p:cNvPr id="7" name="">
            <a:extLst xmlns:a="http://schemas.openxmlformats.org/drawingml/2006/main">
              <a:ext uri="{FF2B5EF4-FFF2-40B4-BE49-F238E27FC236}">
                <a16:creationId xmlns:a16="http://schemas.microsoft.com/office/drawing/2014/main" id="{CD81235C-1202-421E-ACCD-DEDC632FE069}"/>
              </a:ext>
            </a:extLst>
          </p:cNvPr>
          <p:cNvSpPr>
            <a:spLocks xmlns:a="http://schemas.openxmlformats.org/drawingml/2006/main" noGrp="1"/>
          </p:cNvSpPr>
          <p:nvPr/>
        </p:nvSpPr>
        <p:spPr>
          <a:xfrm xmlns:a="http://schemas.openxmlformats.org/drawingml/2006/main">
            <a:off x="1571625" y="1809750"/>
            <a:ext cx="9525000" cy="10572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2325" b="0">
                <a:solidFill>
                  <a:srgbClr val="403F3B"/>
                </a:solidFill>
                <a:latin typeface="DejaVu Sans"/>
                <a:ea typeface="DejaVu Sans"/>
                <a:cs typeface="DejaVu Sans"/>
              </a:defRPr>
            </a:pPr>
            <a:r>
              <a:rPr sz="2325" b="0">
                <a:solidFill>
                  <a:srgbClr val="403F3B"/>
                </a:solidFill>
                <a:latin typeface="DejaVu Sans"/>
                <a:ea typeface="DejaVu Sans"/>
                <a:cs typeface="DejaVu Sans"/>
              </a:rPr>
              <a:t>Definir cada proposición antes de operar.</a:t>
            </a:r>
          </a:p>
        </p:txBody>
      </p:sp>
      <p:sp>
        <p:nvSpPr>
          <p:cNvPr id="8" name="">
            <a:extLst xmlns:a="http://schemas.openxmlformats.org/drawingml/2006/main">
              <a:ext uri="{FF2B5EF4-FFF2-40B4-BE49-F238E27FC236}">
                <a16:creationId xmlns:a16="http://schemas.microsoft.com/office/drawing/2014/main" id="{4C65CA57-10B1-40E7-B9CF-A979EEB859E1}"/>
              </a:ext>
            </a:extLst>
          </p:cNvPr>
          <p:cNvSpPr>
            <a:spLocks xmlns:a="http://schemas.openxmlformats.org/drawingml/2006/main" noGrp="1"/>
          </p:cNvSpPr>
          <p:nvPr/>
        </p:nvSpPr>
        <p:spPr>
          <a:xfrm xmlns:a="http://schemas.openxmlformats.org/drawingml/2006/main">
            <a:off x="762000" y="3000375"/>
            <a:ext cx="619125" cy="714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2175" b="1">
                <a:solidFill>
                  <a:srgbClr val="0065B0"/>
                </a:solidFill>
                <a:latin typeface="DejaVu Sans"/>
                <a:ea typeface="DejaVu Sans"/>
                <a:cs typeface="DejaVu Sans"/>
              </a:defRPr>
            </a:pPr>
            <a:r>
              <a:rPr sz="2175" b="1">
                <a:solidFill>
                  <a:srgbClr val="0065B0"/>
                </a:solidFill>
                <a:latin typeface="DejaVu Sans"/>
                <a:ea typeface="DejaVu Sans"/>
                <a:cs typeface="DejaVu Sans"/>
              </a:rPr>
              <a:t>02</a:t>
            </a:r>
          </a:p>
        </p:txBody>
      </p:sp>
      <p:sp>
        <p:nvSpPr>
          <p:cNvPr id="9" name="">
            <a:extLst xmlns:a="http://schemas.openxmlformats.org/drawingml/2006/main">
              <a:ext uri="{FF2B5EF4-FFF2-40B4-BE49-F238E27FC236}">
                <a16:creationId xmlns:a16="http://schemas.microsoft.com/office/drawing/2014/main" id="{163ABB5E-B466-43E1-87E3-14B008C4C9CE}"/>
              </a:ext>
            </a:extLst>
          </p:cNvPr>
          <p:cNvSpPr>
            <a:spLocks xmlns:a="http://schemas.openxmlformats.org/drawingml/2006/main" noGrp="1"/>
          </p:cNvSpPr>
          <p:nvPr/>
        </p:nvSpPr>
        <p:spPr>
          <a:xfrm xmlns:a="http://schemas.openxmlformats.org/drawingml/2006/main">
            <a:off x="1571625" y="3000375"/>
            <a:ext cx="9525000" cy="10572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2325" b="0">
                <a:solidFill>
                  <a:srgbClr val="403F3B"/>
                </a:solidFill>
                <a:latin typeface="DejaVu Sans"/>
                <a:ea typeface="DejaVu Sans"/>
                <a:cs typeface="DejaVu Sans"/>
              </a:defRPr>
            </a:pPr>
            <a:r>
              <a:rPr sz="2325" b="0">
                <a:solidFill>
                  <a:srgbClr val="403F3B"/>
                </a:solidFill>
                <a:latin typeface="DejaVu Sans"/>
                <a:ea typeface="DejaVu Sans"/>
                <a:cs typeface="DejaVu Sans"/>
              </a:rPr>
              <a:t>Distinguir OR inclusivo de OR exclusivo.</a:t>
            </a:r>
          </a:p>
        </p:txBody>
      </p:sp>
      <p:sp>
        <p:nvSpPr>
          <p:cNvPr id="10" name="">
            <a:extLst xmlns:a="http://schemas.openxmlformats.org/drawingml/2006/main">
              <a:ext uri="{FF2B5EF4-FFF2-40B4-BE49-F238E27FC236}">
                <a16:creationId xmlns:a16="http://schemas.microsoft.com/office/drawing/2014/main" id="{092477C0-D395-4282-B2FA-D1F0DA42108A}"/>
              </a:ext>
            </a:extLst>
          </p:cNvPr>
          <p:cNvSpPr>
            <a:spLocks xmlns:a="http://schemas.openxmlformats.org/drawingml/2006/main" noGrp="1"/>
          </p:cNvSpPr>
          <p:nvPr/>
        </p:nvSpPr>
        <p:spPr>
          <a:xfrm xmlns:a="http://schemas.openxmlformats.org/drawingml/2006/main">
            <a:off x="762000" y="4191000"/>
            <a:ext cx="619125" cy="714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2175" b="1">
                <a:solidFill>
                  <a:srgbClr val="0065B0"/>
                </a:solidFill>
                <a:latin typeface="DejaVu Sans"/>
                <a:ea typeface="DejaVu Sans"/>
                <a:cs typeface="DejaVu Sans"/>
              </a:defRPr>
            </a:pPr>
            <a:r>
              <a:rPr sz="2175" b="1">
                <a:solidFill>
                  <a:srgbClr val="0065B0"/>
                </a:solidFill>
                <a:latin typeface="DejaVu Sans"/>
                <a:ea typeface="DejaVu Sans"/>
                <a:cs typeface="DejaVu Sans"/>
              </a:rPr>
              <a:t>03</a:t>
            </a:r>
          </a:p>
        </p:txBody>
      </p:sp>
      <p:sp>
        <p:nvSpPr>
          <p:cNvPr id="11" name="">
            <a:extLst xmlns:a="http://schemas.openxmlformats.org/drawingml/2006/main">
              <a:ext uri="{FF2B5EF4-FFF2-40B4-BE49-F238E27FC236}">
                <a16:creationId xmlns:a16="http://schemas.microsoft.com/office/drawing/2014/main" id="{504D808B-6859-4063-B646-367B2AD786B2}"/>
              </a:ext>
            </a:extLst>
          </p:cNvPr>
          <p:cNvSpPr>
            <a:spLocks xmlns:a="http://schemas.openxmlformats.org/drawingml/2006/main" noGrp="1"/>
          </p:cNvSpPr>
          <p:nvPr/>
        </p:nvSpPr>
        <p:spPr>
          <a:xfrm xmlns:a="http://schemas.openxmlformats.org/drawingml/2006/main">
            <a:off x="1571625" y="4191000"/>
            <a:ext cx="9525000" cy="10572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2325" b="0">
                <a:solidFill>
                  <a:srgbClr val="403F3B"/>
                </a:solidFill>
                <a:latin typeface="DejaVu Sans"/>
                <a:ea typeface="DejaVu Sans"/>
                <a:cs typeface="DejaVu Sans"/>
              </a:defRPr>
            </a:pPr>
            <a:r>
              <a:rPr sz="2325" b="0">
                <a:solidFill>
                  <a:srgbClr val="403F3B"/>
                </a:solidFill>
                <a:latin typeface="DejaVu Sans"/>
                <a:ea typeface="DejaVu Sans"/>
                <a:cs typeface="DejaVu Sans"/>
              </a:rPr>
              <a:t>Probar equivalencia sobre todas las combinaciones.</a:t>
            </a:r>
          </a:p>
        </p:txBody>
      </p:sp>
    </p:spTree>
    <p:extLst>
      <p:ext uri="{BB962C8B-B14F-4D97-AF65-F5344CB8AC3E}">
        <p14:creationId xmlns:p14="http://schemas.microsoft.com/office/powerpoint/2010/main" val="846135695"/>
      </p:ext>
    </p:extLst>
  </p:cSld>
</p:sld>
</file>

<file path=ppt/theme/theme1.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
      <a:majorFont>
        <a:latin typeface="Aptos"/>
        <a:ea typeface=""/>
        <a:cs typeface=""/>
      </a:majorFont>
      <a:minorFont>
        <a:latin typeface="Aptos"/>
        <a:ea typeface=""/>
        <a:cs typeface=""/>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docProps/app.xml><?xml version="1.0" encoding="utf-8"?>
<ap:Properties xmlns:ap="http://schemas.openxmlformats.org/officeDocument/2006/extended-properties">
  <ap:Application>Walnut Exporter</ap:Application>
  <ap:PresentationFormat>Converted Presentation</ap:PresentationFormat>
  <ap:Slides>0</ap:Slides>
  <ap:Notes>0</ap:Notes>
  <ap:HiddenSlides>0</ap:HiddenSlides>
  <ap:SharedDoc>false</ap:SharedDoc>
  <ap:DocSecurity>0</ap:DocSecurity>
</ap:Properties>
</file>

<file path=docProps/core.xml><?xml version="1.0" encoding="utf-8"?>
<coreProperties xmlns:dc="http://purl.org/dc/elements/1.1/" xmlns:dcterms="http://purl.org/dc/terms/" xmlns:xsi="http://www.w3.org/2001/XMLSchema-instance" xmlns="http://schemas.openxmlformats.org/package/2006/metadata/core-properties">
  <dc:creator>Walnut Exporter</dc:creator>
  <lastModifiedBy>Walnut Exporter</lastModifiedBy>
  <dc:title>Presentation</dc:title>
  <dcterms:created xsi:type="dcterms:W3CDTF">2026-09-25T21:15:35.5460000Z</dcterms:created>
  <dcterms:modified xsi:type="dcterms:W3CDTF">2026-09-25T21:15:35.5460000Z</dcterms:modified>
</coreProperties>
</file>