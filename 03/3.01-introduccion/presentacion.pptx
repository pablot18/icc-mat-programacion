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3d75dbd6d04ee2" /><Relationship Type="http://schemas.openxmlformats.org/officeDocument/2006/relationships/extended-properties" Target="/docProps/app.xml" Id="R9061878704d149c5" /><Relationship Type="http://schemas.openxmlformats.org/officeDocument/2006/relationships/officeDocument" Target="/ppt/presentation.xml" Id="Rde389f0dc42047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fb3cbc62ce485b"/>
  </p:sldMasterIdLst>
  <p:notesMasterIdLst>
    <p:notesMasterId xmlns:r="http://schemas.openxmlformats.org/officeDocument/2006/relationships" r:id="Rc111a2f27abb4d90"/>
  </p:notesMasterIdLst>
  <p:sldIdLst>
    <p:sldId xmlns:r="http://schemas.openxmlformats.org/officeDocument/2006/relationships" id="256" r:id="R75972c935eee4a3e"/>
    <p:sldId xmlns:r="http://schemas.openxmlformats.org/officeDocument/2006/relationships" id="257" r:id="R7d560a69f1c14f51"/>
    <p:sldId xmlns:r="http://schemas.openxmlformats.org/officeDocument/2006/relationships" id="258" r:id="R3973639c2c5d4644"/>
    <p:sldId xmlns:r="http://schemas.openxmlformats.org/officeDocument/2006/relationships" id="259" r:id="R93e3ff8856ef42e0"/>
    <p:sldId xmlns:r="http://schemas.openxmlformats.org/officeDocument/2006/relationships" id="260" r:id="Rfa5bf6bdf1374206"/>
    <p:sldId xmlns:r="http://schemas.openxmlformats.org/officeDocument/2006/relationships" id="261" r:id="Rf8d2c5efd375449c"/>
    <p:sldId xmlns:r="http://schemas.openxmlformats.org/officeDocument/2006/relationships" id="262" r:id="Re497fc72a97c4d1f"/>
    <p:sldId xmlns:r="http://schemas.openxmlformats.org/officeDocument/2006/relationships" id="263" r:id="R3b8a03b998094da3"/>
    <p:sldId xmlns:r="http://schemas.openxmlformats.org/officeDocument/2006/relationships" id="264" r:id="R2dce793da6274bb3"/>
    <p:sldId xmlns:r="http://schemas.openxmlformats.org/officeDocument/2006/relationships" id="265" r:id="R2c580c0fc1234b33"/>
    <p:sldId xmlns:r="http://schemas.openxmlformats.org/officeDocument/2006/relationships" id="266" r:id="R9dd613e2f0bc43cd"/>
    <p:sldId xmlns:r="http://schemas.openxmlformats.org/officeDocument/2006/relationships" id="267" r:id="Ra7747475fe1941bc"/>
    <p:sldId xmlns:r="http://schemas.openxmlformats.org/officeDocument/2006/relationships" id="268" r:id="R29130c5ce17548e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859b2c79964898" /><Relationship Type="http://schemas.openxmlformats.org/officeDocument/2006/relationships/slideMaster" Target="/ppt/slideMasters/slideMaster1.xml" Id="Rbdfb3cbc62ce485b" /><Relationship Type="http://schemas.openxmlformats.org/officeDocument/2006/relationships/notesMaster" Target="/ppt/notesMasters/notesMaster1.xml" Id="Rc111a2f27abb4d90" /><Relationship Type="http://schemas.openxmlformats.org/officeDocument/2006/relationships/presProps" Target="/ppt/presProps.xml" Id="R2ca106d8f10b4b35" /><Relationship Type="http://schemas.openxmlformats.org/officeDocument/2006/relationships/tableStyles" Target="/ppt/tableStyles.xml" Id="R649f4f0c675947c2" /><Relationship Type="http://schemas.openxmlformats.org/officeDocument/2006/relationships/slide" Target="/ppt/slides/slide1.xml" Id="R75972c935eee4a3e" /><Relationship Type="http://schemas.openxmlformats.org/officeDocument/2006/relationships/slide" Target="/ppt/slides/slide2.xml" Id="R7d560a69f1c14f51" /><Relationship Type="http://schemas.openxmlformats.org/officeDocument/2006/relationships/slide" Target="/ppt/slides/slide3.xml" Id="R3973639c2c5d4644" /><Relationship Type="http://schemas.openxmlformats.org/officeDocument/2006/relationships/slide" Target="/ppt/slides/slide4.xml" Id="R93e3ff8856ef42e0" /><Relationship Type="http://schemas.openxmlformats.org/officeDocument/2006/relationships/slide" Target="/ppt/slides/slide5.xml" Id="Rfa5bf6bdf1374206" /><Relationship Type="http://schemas.openxmlformats.org/officeDocument/2006/relationships/slide" Target="/ppt/slides/slide6.xml" Id="Rf8d2c5efd375449c" /><Relationship Type="http://schemas.openxmlformats.org/officeDocument/2006/relationships/slide" Target="/ppt/slides/slide7.xml" Id="Re497fc72a97c4d1f" /><Relationship Type="http://schemas.openxmlformats.org/officeDocument/2006/relationships/slide" Target="/ppt/slides/slide8.xml" Id="R3b8a03b998094da3" /><Relationship Type="http://schemas.openxmlformats.org/officeDocument/2006/relationships/slide" Target="/ppt/slides/slide9.xml" Id="R2dce793da6274bb3" /><Relationship Type="http://schemas.openxmlformats.org/officeDocument/2006/relationships/slide" Target="/ppt/slides/slide10.xml" Id="R2c580c0fc1234b33" /><Relationship Type="http://schemas.openxmlformats.org/officeDocument/2006/relationships/slide" Target="/ppt/slides/slide11.xml" Id="R9dd613e2f0bc43cd" /><Relationship Type="http://schemas.openxmlformats.org/officeDocument/2006/relationships/slide" Target="/ppt/slides/slide12.xml" Id="Ra7747475fe1941bc" /><Relationship Type="http://schemas.openxmlformats.org/officeDocument/2006/relationships/slide" Target="/ppt/slides/slide13.xml" Id="R29130c5ce17548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2d2d3b82b1c40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fe169606e14e9a" /><Relationship Type="http://schemas.openxmlformats.org/officeDocument/2006/relationships/notesMaster" Target="/ppt/notesMasters/notesMaster1.xml" Id="R5a659c1e227f49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fd1b316c3e04264" /><Relationship Type="http://schemas.openxmlformats.org/officeDocument/2006/relationships/notesMaster" Target="/ppt/notesMasters/notesMaster1.xml" Id="R080a3a002d8a4b4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0fa5bb11e524fdc" /><Relationship Type="http://schemas.openxmlformats.org/officeDocument/2006/relationships/notesMaster" Target="/ppt/notesMasters/notesMaster1.xml" Id="Rfa3a535760b7414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e4739041d0b41e5" /><Relationship Type="http://schemas.openxmlformats.org/officeDocument/2006/relationships/notesMaster" Target="/ppt/notesMasters/notesMaster1.xml" Id="Rd2611eba7887406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8016e15736c46b0" /><Relationship Type="http://schemas.openxmlformats.org/officeDocument/2006/relationships/notesMaster" Target="/ppt/notesMasters/notesMaster1.xml" Id="Re9c25e3342a3494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357bc7936c44596" /><Relationship Type="http://schemas.openxmlformats.org/officeDocument/2006/relationships/notesMaster" Target="/ppt/notesMasters/notesMaster1.xml" Id="Rab865abd6cdc4f5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100c99a33d44be3" /><Relationship Type="http://schemas.openxmlformats.org/officeDocument/2006/relationships/notesMaster" Target="/ppt/notesMasters/notesMaster1.xml" Id="Rb8c6f050d00b450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80d1451d28f407e" /><Relationship Type="http://schemas.openxmlformats.org/officeDocument/2006/relationships/notesMaster" Target="/ppt/notesMasters/notesMaster1.xml" Id="R9b7d56ac68da466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194ff44054941b2" /><Relationship Type="http://schemas.openxmlformats.org/officeDocument/2006/relationships/notesMaster" Target="/ppt/notesMasters/notesMaster1.xml" Id="Rb32a77bdac3941f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48387e0b8da42d0" /><Relationship Type="http://schemas.openxmlformats.org/officeDocument/2006/relationships/notesMaster" Target="/ppt/notesMasters/notesMaster1.xml" Id="Rc684dac73ff34f2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9e8240dec184505" /><Relationship Type="http://schemas.openxmlformats.org/officeDocument/2006/relationships/notesMaster" Target="/ppt/notesMasters/notesMaster1.xml" Id="Rdc3580654f8f41f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6b545fc345341c5" /><Relationship Type="http://schemas.openxmlformats.org/officeDocument/2006/relationships/notesMaster" Target="/ppt/notesMasters/notesMaster1.xml" Id="R20434cf7b552436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0283a67928845f8" /><Relationship Type="http://schemas.openxmlformats.org/officeDocument/2006/relationships/notesMaster" Target="/ppt/notesMasters/notesMaster1.xml" Id="Ra52c889431564c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 programa expresa un algoritmo con la sintaxis de un lenguaje. La sintaxis determina las construcciones válidas y la semántica su significado. Distinguir errores de escritura, errores detectados durante la ejecución y resultados lógicamente incorrectos. Guardar los fuentes como texto y ejecutar desde una terminal ubicada en la carpeta correcta. Un editor permite escribir; el intérprete o el JDK permiten ejecutar.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Guardar demo.py y ejecutar python3 demo.py o py demo.py en Windows. CPython compila internamente a bytecode y lo ejecuta: describirlo solo como “leer línea por línea” oculta parte de su funcionamiento. Instalar Python 3.14.7 desde python.org; comprobar python3 --version antes de empezar.</a:t>
            </a:r>
          </a:p>
          <a:p xmlns:a="http://schemas.openxmlformats.org/drawingml/2006/main">
            <a:r>
              <a:t>Fuente: https://docs.python.org/3.14/tutorial/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Una variable permite asociar un nombre con un valor y usarlo en expresiones posteriores. La asignación evalúa primero la expresión derecha. Usar nombres que expresen el significado y las unidades. Un entero representa cantidades discretas, un real aproximado representa mediciones, una cadena representa texto y un booleano una condición. No confundir apariencia numérica con tipo: un identificador con ceros iniciales puede requerir texto.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Python tiene tipado dinámico: los objetos tienen tipo y un nombre puede volver a asociarse. int permite enteros de precisión arbitraria limitada por memoria. float suele usar doble precisión binaria. Evitar cambiar el significado de una variable durante un mismo algoritmo.</a:t>
            </a:r>
          </a:p>
          <a:p xmlns:a="http://schemas.openxmlformats.org/drawingml/2006/main">
            <a:r>
              <a:t>Fuente: https://docs.python.org/3.14/tutorial/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Los operadores combinan operandos para construir expresiones. Multiplicación y división tienen mayor precedencia que suma y resta; usar paréntesis cuando una agrupación sea esencial. El residuo ayuda a comprobar divisibilidad. La división por cero requiere un contrato que la excluya o una validación. Los decimales binarios no representan exactamente todos los decimales habituales, por lo que no basar cálculos monetarios exigentes en igualdad exacta entre aproximaciones.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 produce división real, // división hacia menos infinito, % residuo y ** potencia. Para positivos, 7 // 2 es 3. Con negativos, -7 // 2 es -4. En este curso, los primeros casos de reparto usan enteros no negativos para evitar equivalencias falsas con Java.</a:t>
            </a:r>
          </a:p>
          <a:p xmlns:a="http://schemas.openxmlformats.org/drawingml/2006/main">
            <a:r>
              <a:t>Fuente: https://docs.python.org/3.14/tutorial/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estado reúne los valores observables en un instante de ejecución. Una traza explica por qué una expresión utiliza un valor anterior o uno actualizado. Distinguir asignación de comparación, nombre de variable de cadena literal y comentario de instrucción. Elegir casos que permitan calcular la respuesta manualmente antes de confiar en el resultado del programa.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Usar # para comentarios y cuatro espacios por nivel cuando aparezcan bloques. Una variable no definida produce NameError. IndentationError describe problemas de bloques. Leer la última línea del traceback y localizar el archivo y línea, sin ocultar el error con un except general.</a:t>
            </a:r>
          </a:p>
          <a:p xmlns:a="http://schemas.openxmlformats.org/drawingml/2006/main">
            <a:r>
              <a:t>Fuente: https://docs.python.org/3.14/tutorial/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Código completo en python/ejemplos/demo.py. Modelar una compra de cuadernos permite distinguir datos, nombres, expresiones y resultados. El cálculo permite estudiar cómo Python representa números y ejecuta instrucciones.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af81fe61604e3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82f9e1d487448c0" /><Relationship Type="http://schemas.openxmlformats.org/officeDocument/2006/relationships/slideLayout" Target="/ppt/slideLayouts/slideLayout1.xml" Id="R041c7a310f154c5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1c7a310f154c5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d1149dbbaa45ee" /><Relationship Type="http://schemas.openxmlformats.org/officeDocument/2006/relationships/image" Target="/ppt/media/image.png" Id="Rcc953dfa2b0f4adb" /><Relationship Type="http://schemas.openxmlformats.org/officeDocument/2006/relationships/notesSlide" Target="/ppt/notesSlides/notesSlide1.xml" Id="Rb3f00c02b2cd420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b1a70319ed4e4b" /><Relationship Type="http://schemas.openxmlformats.org/officeDocument/2006/relationships/notesSlide" Target="/ppt/notesSlides/notesSlide2.xml" Id="R19c103c950df4bc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4bcc6095e84a16" /><Relationship Type="http://schemas.openxmlformats.org/officeDocument/2006/relationships/notesSlide" Target="/ppt/notesSlides/notesSlide3.xml" Id="R7ac83da6b9f3464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0f163d88504d3e" /><Relationship Type="http://schemas.openxmlformats.org/officeDocument/2006/relationships/notesSlide" Target="/ppt/notesSlides/notesSlide4.xml" Id="R64d9b29e00ef4b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ee1494888b4781" /><Relationship Type="http://schemas.openxmlformats.org/officeDocument/2006/relationships/notesSlide" Target="/ppt/notesSlides/notesSlide5.xml" Id="R3a53e53cf57e405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614b7ada174c19" /><Relationship Type="http://schemas.openxmlformats.org/officeDocument/2006/relationships/notesSlide" Target="/ppt/notesSlides/notesSlide6.xml" Id="R08883609a5ee4da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9e8a16b5ef4267" /><Relationship Type="http://schemas.openxmlformats.org/officeDocument/2006/relationships/notesSlide" Target="/ppt/notesSlides/notesSlide7.xml" Id="R949cb66575b0431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d8ae4478ad4ed2" /><Relationship Type="http://schemas.openxmlformats.org/officeDocument/2006/relationships/notesSlide" Target="/ppt/notesSlides/notesSlide8.xml" Id="Re0bbd5357b9e44b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349085d1514e09" /><Relationship Type="http://schemas.openxmlformats.org/officeDocument/2006/relationships/notesSlide" Target="/ppt/notesSlides/notesSlide9.xml" Id="R52fb298d40184ac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cb602928624a09" /><Relationship Type="http://schemas.openxmlformats.org/officeDocument/2006/relationships/notesSlide" Target="/ppt/notesSlides/notesSlide10.xml" Id="R2ea853f33981415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5e1b84fb60491b" /><Relationship Type="http://schemas.openxmlformats.org/officeDocument/2006/relationships/notesSlide" Target="/ppt/notesSlides/notesSlide11.xml" Id="R4617481d5931460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34d11acbb247d5" /><Relationship Type="http://schemas.openxmlformats.org/officeDocument/2006/relationships/notesSlide" Target="/ppt/notesSlides/notesSlide12.xml" Id="R80a7efb0b4fe497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f52a999f76461b" /><Relationship Type="http://schemas.openxmlformats.org/officeDocument/2006/relationships/notesSlide" Target="/ppt/notesSlides/notesSlide13.xml" Id="R62299f11af1342b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953dfa2b0f4adb"/>
          <a:stretch xmlns:a="http://schemas.openxmlformats.org/drawingml/2006/main"/>
        </p:blipFill>
        <p:spPr>
          <a:xfrm xmlns:a="http://schemas.openxmlformats.org/drawingml/2006/main">
            <a:off x="609600" y="452158"/>
            <a:ext cx="7239000" cy="1191183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E9862E-A038-4C18-9A6B-33C525FAA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9075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337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Programación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6ED83D-0CFD-429D-B8DC-215D517E5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190875"/>
            <a:ext cx="1076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Fundamentos del lenguaje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8490E7-5093-46AE-B6F2-2809F2E6B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390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056524-018E-4FCF-87B1-A85FB99EA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3816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Unidad 3 · 3.01 · Python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DD1C70-D1A9-4EA5-92E4-832127B6E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0293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Ing. Pablo Torres, Mgtr.</a:t>
            </a:r>
          </a:p>
        </p:txBody>
      </p:sp>
    </p:spTree>
    <p:extLst>
      <p:ext uri="{BB962C8B-B14F-4D97-AF65-F5344CB8AC3E}">
        <p14:creationId xmlns:p14="http://schemas.microsoft.com/office/powerpoint/2010/main" val="8612847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00B7D5-AE85-40E2-A475-AC79F9BE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5D28ED-1B88-4D85-B3AA-46E798C82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Problema inicial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037BD8-BF1C-47D1-AA1B-F5486EB5E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695DED-8706-4D57-9843-6543866F7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3.01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8AE6A7-FEED-46C0-82DE-4CB1E40F2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21F388-18BC-40A5-A79D-B08016B6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1047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Modelar una compra de cuadernos permite distinguir datos, nombres, expresiones y resultados. El cálculo permite estudiar cómo Python representa números y ejecuta instrucciones.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FBF5A3-B018-4055-9A98-1FF0EA53F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Anticipar entradas, reglas y salida antes de ejecutar.</a:t>
            </a:r>
          </a:p>
        </p:txBody>
      </p:sp>
    </p:spTree>
    <p:extLst>
      <p:ext uri="{BB962C8B-B14F-4D97-AF65-F5344CB8AC3E}">
        <p14:creationId xmlns:p14="http://schemas.microsoft.com/office/powerpoint/2010/main" val="4136950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7D95AD-F74D-4339-9836-D1BB49CE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1139CF-A806-45B7-9F99-CBB6637C1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Programa, intérprete y compilación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231C0D-D73B-4F64-9A8A-1D2B1E368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6B0B07-A4F0-4A1B-B3DD-E5F98C5FC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3.01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2ECFA6-93AE-42E3-9D1D-BC7EA593B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8C8D3A-2F93-4EE9-99FD-5F98EEB9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481012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Un programa expresa un algoritmo con la sintaxis de un lenguaje. La sintaxis determina las construcciones válidas y la semántica su significado.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1B50C9-9E8E-4D4B-B983-682A06684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528637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print("Programación")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A8A4F4-A808-4078-931F-6268D5E3A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38750"/>
            <a:ext cx="5286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Guardar demo.py y ejecutar python3 demo.py o py demo.py en Windows.</a:t>
            </a:r>
          </a:p>
        </p:txBody>
      </p:sp>
    </p:spTree>
    <p:extLst>
      <p:ext uri="{BB962C8B-B14F-4D97-AF65-F5344CB8AC3E}">
        <p14:creationId xmlns:p14="http://schemas.microsoft.com/office/powerpoint/2010/main" val="21391292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4FD9F2-94A6-42CC-8B2B-FA86D3A1A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5B58F2-5656-4623-BE30-1D93D609A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Variables, asignación y tipos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3FDE15-936B-40A1-971D-749489BB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229AB9-AFE3-40D5-8FCF-B47E0E7EC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3.01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F32703-570D-4D1D-A6C4-70259674D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7E94F7-82AF-4556-87C0-89A8E8B08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481012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Una variable permite asociar un nombre con un valor y usarlo en expresiones posteriores. La asignación evalúa primero la expresión derecha.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BEFE68-C584-4E15-944C-65A07B4FF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528637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cantidad = 4</a:t>
            </a:r>
          </a:p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precio = 1.75</a:t>
            </a:r>
          </a:p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producto = "Cuaderno"</a:t>
            </a:r>
          </a:p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disponible = True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0CB237-DF3F-4C53-83A4-1CC4C3C2F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38750"/>
            <a:ext cx="5286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Python tiene tipado dinámico: los objetos tienen tipo y un nombre puede volver a asociarse.</a:t>
            </a:r>
          </a:p>
        </p:txBody>
      </p:sp>
    </p:spTree>
    <p:extLst>
      <p:ext uri="{BB962C8B-B14F-4D97-AF65-F5344CB8AC3E}">
        <p14:creationId xmlns:p14="http://schemas.microsoft.com/office/powerpoint/2010/main" val="20088747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90C3BD-0C10-49EC-8FC8-CDE5D752F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44DC34-00A8-499F-966F-6FC05EEB8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Operadores y evaluación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B25F24-17DF-4919-B1E9-68C1B6E5F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AE62EA-9A28-4B16-9CCD-CC309FCE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3.01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67E014-F54E-4C0F-8216-AE3195377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1E63E3-213F-48B8-96BF-2F656ACCD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481012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Los operadores combinan operandos para construir expresiones. Multiplicación y división tienen mayor precedencia que suma y resta; usar paréntesis cuando una agrupación sea esencial.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793040-F6CD-4D5F-9E10-5A080C9E0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528637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92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792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print(7 / 2, 7 // 2, 7 % 2, 2 ** 3)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B4AF8C-AE13-40A9-9521-32CF30319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38750"/>
            <a:ext cx="5286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/ produce división real, // división hacia menos infinito, % residuo y ** potencia.</a:t>
            </a:r>
          </a:p>
        </p:txBody>
      </p:sp>
    </p:spTree>
    <p:extLst>
      <p:ext uri="{BB962C8B-B14F-4D97-AF65-F5344CB8AC3E}">
        <p14:creationId xmlns:p14="http://schemas.microsoft.com/office/powerpoint/2010/main" val="18679940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AF4C54-A2C5-4A55-A220-31794B1E7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3A91E9-61D6-4E2A-A94E-CC96730FC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Estado, trazas y errores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BCFAA6-E97F-4990-8A15-152E574AC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060D18-28C4-4534-8002-7A7D1BB3E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3.01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0894D4-AB31-45FB-A59C-4C1368DD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AE4BAF-8989-4213-9A27-1B11ACAC9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481012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El estado reúne los valores observables en un instante de ejecución. Una traza explica por qué una expresión utiliza un valor anterior o uno actualizado.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E9A315-3B09-4C3E-84BF-35565891F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528637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cantidad = 2</a:t>
            </a:r>
          </a:p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cantidad = cantidad + 1</a:t>
            </a:r>
          </a:p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print(cantidad)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2549F0-3505-486F-82C7-5C4022FA5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38750"/>
            <a:ext cx="5286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Usar # para comentarios y cuatro espacios por nivel cuando aparezcan bloques.</a:t>
            </a:r>
          </a:p>
        </p:txBody>
      </p:sp>
    </p:spTree>
    <p:extLst>
      <p:ext uri="{BB962C8B-B14F-4D97-AF65-F5344CB8AC3E}">
        <p14:creationId xmlns:p14="http://schemas.microsoft.com/office/powerpoint/2010/main" val="16339238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DB714-6402-4956-936E-FFCA8DAAD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0B3486-4A6F-4B90-877C-A2590D8C8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Contrato y recorrido de la demostración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659FEB-D3A4-4005-B2DE-64EA68413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A0670D-4825-4738-87A9-4C06419C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3.01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9FCF13-CEF1-4C18-8BD1-4FE3EEE48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CD4B43-AE76-44EC-9224-10CABDEF3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47875"/>
            <a:ext cx="32861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21BC73-D332-456F-91A3-8481DC73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860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ENTRADA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5F700D-7278-4267-9F94-61E618119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28950"/>
            <a:ext cx="2857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Datos definidos en el ejemplo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C64890-44BD-456E-9EBE-E7EC158AC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095625"/>
            <a:ext cx="38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354C57-376B-4A92-9763-8690BFECC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47875"/>
            <a:ext cx="32861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041317-8D89-4CC3-9DCE-D15D3D55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2860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PROCESO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040966-7512-4941-A7E4-5806517AF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28950"/>
            <a:ext cx="2857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Variables, asignación y tipos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8D5393-FE18-4BE2-A91F-8103A7D71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95625"/>
            <a:ext cx="38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9B0284-5C00-4872-AB1B-07C9E3FDE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047875"/>
            <a:ext cx="32861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08D27E-3EF2-4798-82F3-4C7AC138D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2860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SALIDA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2CDC44-C6C0-40F3-8057-1BE6A1ADB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028950"/>
            <a:ext cx="2857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Cantidad: 4</a:t>
            </a:r>
          </a:p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Total: 7.00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A5E18C-EAD0-4F1D-AF73-5908511F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9112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Conservar el contrato al cambiar de lenguaje.</a:t>
            </a:r>
          </a:p>
        </p:txBody>
      </p:sp>
    </p:spTree>
    <p:extLst>
      <p:ext uri="{BB962C8B-B14F-4D97-AF65-F5344CB8AC3E}">
        <p14:creationId xmlns:p14="http://schemas.microsoft.com/office/powerpoint/2010/main" val="14825965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190A4D-89A4-47FA-B2B1-0D444FFC8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46EE8F-DABE-409D-9BF7-CBA29147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Demostración guiada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95BA5B-7D08-4D4C-9378-C3BD2BB3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5F112F-1C28-4373-8B29-FC517E5D3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3.01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23D49D-8F23-41B3-93F4-3028F1588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415143-79E6-4F54-B49F-7C9971E9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1057275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cantidad = 4</a:t>
            </a:r>
          </a:p>
          <a:p xmlns:a="http://schemas.openxmlformats.org/drawingml/2006/main">
            <a:pPr>
              <a:def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precio = 1.75</a:t>
            </a:r>
          </a:p>
          <a:p xmlns:a="http://schemas.openxmlformats.org/drawingml/2006/main">
            <a:pPr>
              <a:def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total = cantidad * precio</a:t>
            </a:r>
          </a:p>
          <a:p xmlns:a="http://schemas.openxmlformats.org/drawingml/2006/main">
            <a:pPr>
              <a:def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print(f"Cantidad: {cantidad}")</a:t>
            </a:r>
          </a:p>
          <a:p xmlns:a="http://schemas.openxmlformats.org/drawingml/2006/main">
            <a:pPr>
              <a:def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print(f"Total: {total:.2f}")</a:t>
            </a:r>
          </a:p>
        </p:txBody>
      </p:sp>
    </p:spTree>
    <p:extLst>
      <p:ext uri="{BB962C8B-B14F-4D97-AF65-F5344CB8AC3E}">
        <p14:creationId xmlns:p14="http://schemas.microsoft.com/office/powerpoint/2010/main" val="11113912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1AFA97-C146-42B7-A625-5BA584821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999A56-A24B-453C-81AA-454F4A058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Resultado esperado y comprobación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1F0B59-BAFB-4865-9D21-25C5A88C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9EC818-D8D0-48A2-9FC6-3A9DD3A4B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3.01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48728D-1ECB-453A-A714-15F263A9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B21261-F84A-40C3-BB26-B21EF720C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6381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Cantidad: 4</a:t>
            </a:r>
          </a:p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Total: 7.00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81C1EC-52B9-422E-9D1F-1E84F6EA4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14500"/>
            <a:ext cx="37147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Ejecutar con los datos indicados.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Relacionar cada línea con una instrucción.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Cambiar un dato y anticipar la nueva salida.</a:t>
            </a:r>
          </a:p>
        </p:txBody>
      </p:sp>
    </p:spTree>
    <p:extLst>
      <p:ext uri="{BB962C8B-B14F-4D97-AF65-F5344CB8AC3E}">
        <p14:creationId xmlns:p14="http://schemas.microsoft.com/office/powerpoint/2010/main" val="1336003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CB5D9A-C388-41B2-94C9-2EFE2314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5C3730-698F-4D51-BE3A-A0DF89C51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Ejercicio práctico · Conversión de minutos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3B8537-0C29-459C-9219-E09F94DC8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EF73DF-C038-4DCE-80B2-FBD27B381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3.01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0B1781-368A-457C-820A-E70F26C2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AB411C-E5EB-4204-8813-02737B981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10477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Convertir 135 minutos en horas completas y minutos sobrantes. Trabajar con enteros no negativos.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1EB455-0947-4DDC-BCAE-C13FCA61B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Resultado de comprobación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BDDC39-5D97-4A5E-B99A-4AAE6846B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57750"/>
            <a:ext cx="10477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2 15</a:t>
            </a:r>
          </a:p>
        </p:txBody>
      </p:sp>
    </p:spTree>
    <p:extLst>
      <p:ext uri="{BB962C8B-B14F-4D97-AF65-F5344CB8AC3E}">
        <p14:creationId xmlns:p14="http://schemas.microsoft.com/office/powerpoint/2010/main" val="87537328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87977D-8B6C-4F06-9ABF-A9FF157A9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7C387A-530D-44B3-AC2E-87848F75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PC3.01 · Problema y restricciones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195813-242F-4426-9AB4-99AE2018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3274DA-1701-4E2E-8879-B1257A69B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3.01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E27C19-03FF-4046-8213-A269CCA32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834BF6-C2B9-497F-83D3-CABEC7027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71625"/>
            <a:ext cx="10572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Calcular paquetes completos y unidades sobrantes al distribuir materiales. Definir unidades y capacidad como enteros, sin leer teclado todavía. Exigir unidades &gt;= 0 y capacidad &gt; 0 como precondiciones; documentar qué dato viola el contrato. Mostrar también el costo de los paquetes completos a una tarifa dada. No utilizar decisiones todavía.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0544E6-610E-4CB1-87C6-5B6A13EA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768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Resolver de forma autónoma y registrar evidencia real.</a:t>
            </a:r>
          </a:p>
        </p:txBody>
      </p:sp>
    </p:spTree>
    <p:extLst>
      <p:ext uri="{BB962C8B-B14F-4D97-AF65-F5344CB8AC3E}">
        <p14:creationId xmlns:p14="http://schemas.microsoft.com/office/powerpoint/2010/main" val="113634736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94A7D7-7CD9-41FE-A245-9AD5871C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E9EFA1-7652-4DD5-9442-E969DAA5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PC3.01 · Casos de aceptación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5DFA77-030B-4730-A185-989187F69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898498-EA7C-407C-8F14-171011242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3.01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50E22D-D70B-47A7-B3C9-3D7BB902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2807AF-8CCE-4E7B-BB30-85011C9C3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4667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unidades=23, capacidad=5, tarifa=2.5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C57340-2C36-4D8A-9DF5-33C945CE5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619250"/>
            <a:ext cx="5429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4 paquetes; 3 sobrantes; costo 10.00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DB1F33-A5B4-424A-8CB2-A17D5D036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00325"/>
            <a:ext cx="4667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unidades=0, capacidad=5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C1BFD0-57CB-4D3E-A8A3-244605382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600325"/>
            <a:ext cx="5429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0 paquetes; 0 sobrantes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6E7814-FB74-4513-A77A-8F1A890AB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81400"/>
            <a:ext cx="4667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capacidad=0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039EA9-9A35-43CF-9777-57112F55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581400"/>
            <a:ext cx="5429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fuera de contrato; no ejecutar división</a:t>
            </a:r>
          </a:p>
        </p:txBody>
      </p:sp>
    </p:spTree>
    <p:extLst>
      <p:ext uri="{BB962C8B-B14F-4D97-AF65-F5344CB8AC3E}">
        <p14:creationId xmlns:p14="http://schemas.microsoft.com/office/powerpoint/2010/main" val="9606934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6E5A88-6C32-4301-B3D7-6145CD49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900D2B-B4BB-4287-A022-F23EADA0B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Lo esencial de hoy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D54B5F-0C2D-4BEC-9F0A-2E2232424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85C795-81CF-49B6-B71A-D65653EDD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3.01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E319C5-D295-4DE6-85DD-C70CFB0EE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35B393-61B3-473B-BAF6-34215FA30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853990-4B4E-46D5-8D03-CC7D4FD00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809750"/>
            <a:ext cx="9525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Distinguir tipo, valor y nombre.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E3FAC9-AE71-47C2-8EFA-D2A24A959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418006-76B8-40BB-896C-C6C959FC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00375"/>
            <a:ext cx="9525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Evaluar expresiones respetando precedencia.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DC5F8A-3082-45E1-8F39-39008076C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676058-6B25-49CF-AFCF-D91087646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91000"/>
            <a:ext cx="9525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Verificar división y formato según el lenguaje.</a:t>
            </a:r>
          </a:p>
        </p:txBody>
      </p:sp>
    </p:spTree>
    <p:extLst>
      <p:ext uri="{BB962C8B-B14F-4D97-AF65-F5344CB8AC3E}">
        <p14:creationId xmlns:p14="http://schemas.microsoft.com/office/powerpoint/2010/main" val="13235323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2026-09-25T21:23:23.2470000Z</dcterms:created>
  <dcterms:modified xsi:type="dcterms:W3CDTF">2026-09-25T21:23:23.2470000Z</dcterms:modified>
</coreProperties>
</file>