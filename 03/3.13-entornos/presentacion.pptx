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c7001dba9234916" /><Relationship Type="http://schemas.openxmlformats.org/officeDocument/2006/relationships/extended-properties" Target="/docProps/app.xml" Id="R93d9b82ecbf94a57" /><Relationship Type="http://schemas.openxmlformats.org/officeDocument/2006/relationships/officeDocument" Target="/ppt/presentation.xml" Id="R1bbbb1abbf11405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f6b811257b24aa1"/>
  </p:sldMasterIdLst>
  <p:notesMasterIdLst>
    <p:notesMasterId xmlns:r="http://schemas.openxmlformats.org/officeDocument/2006/relationships" r:id="Rc8c5bf3233b844d2"/>
  </p:notesMasterIdLst>
  <p:sldIdLst>
    <p:sldId xmlns:r="http://schemas.openxmlformats.org/officeDocument/2006/relationships" id="256" r:id="R4cb432bf8bb64688"/>
    <p:sldId xmlns:r="http://schemas.openxmlformats.org/officeDocument/2006/relationships" id="257" r:id="R8bdaa60b4b564fdc"/>
    <p:sldId xmlns:r="http://schemas.openxmlformats.org/officeDocument/2006/relationships" id="258" r:id="R20fa0bf0e5f445bf"/>
    <p:sldId xmlns:r="http://schemas.openxmlformats.org/officeDocument/2006/relationships" id="259" r:id="R4c113930458b49fd"/>
    <p:sldId xmlns:r="http://schemas.openxmlformats.org/officeDocument/2006/relationships" id="260" r:id="Rb5ff3f527dd64a75"/>
    <p:sldId xmlns:r="http://schemas.openxmlformats.org/officeDocument/2006/relationships" id="261" r:id="Rfe82faae7d1c4ba8"/>
    <p:sldId xmlns:r="http://schemas.openxmlformats.org/officeDocument/2006/relationships" id="262" r:id="R8a2a9aac05934e9c"/>
    <p:sldId xmlns:r="http://schemas.openxmlformats.org/officeDocument/2006/relationships" id="263" r:id="R063091ded496467a"/>
    <p:sldId xmlns:r="http://schemas.openxmlformats.org/officeDocument/2006/relationships" id="264" r:id="R17b7f8fda357401f"/>
    <p:sldId xmlns:r="http://schemas.openxmlformats.org/officeDocument/2006/relationships" id="265" r:id="Rf422e037aacf46ff"/>
    <p:sldId xmlns:r="http://schemas.openxmlformats.org/officeDocument/2006/relationships" id="266" r:id="R3ac6098017db428a"/>
    <p:sldId xmlns:r="http://schemas.openxmlformats.org/officeDocument/2006/relationships" id="267" r:id="Rc889a28cafd64862"/>
    <p:sldId xmlns:r="http://schemas.openxmlformats.org/officeDocument/2006/relationships" id="268" r:id="R8ffb3f55965e439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09e8b484b4d4349" /><Relationship Type="http://schemas.openxmlformats.org/officeDocument/2006/relationships/slideMaster" Target="/ppt/slideMasters/slideMaster1.xml" Id="Rdf6b811257b24aa1" /><Relationship Type="http://schemas.openxmlformats.org/officeDocument/2006/relationships/notesMaster" Target="/ppt/notesMasters/notesMaster1.xml" Id="Rc8c5bf3233b844d2" /><Relationship Type="http://schemas.openxmlformats.org/officeDocument/2006/relationships/presProps" Target="/ppt/presProps.xml" Id="Red5959cc6f9c4a4a" /><Relationship Type="http://schemas.openxmlformats.org/officeDocument/2006/relationships/tableStyles" Target="/ppt/tableStyles.xml" Id="R5881195ea46643dc" /><Relationship Type="http://schemas.openxmlformats.org/officeDocument/2006/relationships/slide" Target="/ppt/slides/slide1.xml" Id="R4cb432bf8bb64688" /><Relationship Type="http://schemas.openxmlformats.org/officeDocument/2006/relationships/slide" Target="/ppt/slides/slide2.xml" Id="R8bdaa60b4b564fdc" /><Relationship Type="http://schemas.openxmlformats.org/officeDocument/2006/relationships/slide" Target="/ppt/slides/slide3.xml" Id="R20fa0bf0e5f445bf" /><Relationship Type="http://schemas.openxmlformats.org/officeDocument/2006/relationships/slide" Target="/ppt/slides/slide4.xml" Id="R4c113930458b49fd" /><Relationship Type="http://schemas.openxmlformats.org/officeDocument/2006/relationships/slide" Target="/ppt/slides/slide5.xml" Id="Rb5ff3f527dd64a75" /><Relationship Type="http://schemas.openxmlformats.org/officeDocument/2006/relationships/slide" Target="/ppt/slides/slide6.xml" Id="Rfe82faae7d1c4ba8" /><Relationship Type="http://schemas.openxmlformats.org/officeDocument/2006/relationships/slide" Target="/ppt/slides/slide7.xml" Id="R8a2a9aac05934e9c" /><Relationship Type="http://schemas.openxmlformats.org/officeDocument/2006/relationships/slide" Target="/ppt/slides/slide8.xml" Id="R063091ded496467a" /><Relationship Type="http://schemas.openxmlformats.org/officeDocument/2006/relationships/slide" Target="/ppt/slides/slide9.xml" Id="R17b7f8fda357401f" /><Relationship Type="http://schemas.openxmlformats.org/officeDocument/2006/relationships/slide" Target="/ppt/slides/slide10.xml" Id="Rf422e037aacf46ff" /><Relationship Type="http://schemas.openxmlformats.org/officeDocument/2006/relationships/slide" Target="/ppt/slides/slide11.xml" Id="R3ac6098017db428a" /><Relationship Type="http://schemas.openxmlformats.org/officeDocument/2006/relationships/slide" Target="/ppt/slides/slide12.xml" Id="Rc889a28cafd64862" /><Relationship Type="http://schemas.openxmlformats.org/officeDocument/2006/relationships/slide" Target="/ppt/slides/slide13.xml" Id="R8ffb3f55965e439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fc6f1f622c54b1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e4715d620ea4e1b" /><Relationship Type="http://schemas.openxmlformats.org/officeDocument/2006/relationships/notesMaster" Target="/ppt/notesMasters/notesMaster1.xml" Id="Rda131fd20d6949b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7e2802f67f140b9" /><Relationship Type="http://schemas.openxmlformats.org/officeDocument/2006/relationships/notesMaster" Target="/ppt/notesMasters/notesMaster1.xml" Id="R4b90d75d80964ab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a38881cea4749a2" /><Relationship Type="http://schemas.openxmlformats.org/officeDocument/2006/relationships/notesMaster" Target="/ppt/notesMasters/notesMaster1.xml" Id="Rade31dc073074e7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852a1355fe048eb" /><Relationship Type="http://schemas.openxmlformats.org/officeDocument/2006/relationships/notesMaster" Target="/ppt/notesMasters/notesMaster1.xml" Id="R6252088b2b9242e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581f9fb2e7c4d42" /><Relationship Type="http://schemas.openxmlformats.org/officeDocument/2006/relationships/notesMaster" Target="/ppt/notesMasters/notesMaster1.xml" Id="R0993243300b74ed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5cf914a27114990" /><Relationship Type="http://schemas.openxmlformats.org/officeDocument/2006/relationships/notesMaster" Target="/ppt/notesMasters/notesMaster1.xml" Id="R90f42c9e0c5f430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339bb240b6a4393" /><Relationship Type="http://schemas.openxmlformats.org/officeDocument/2006/relationships/notesMaster" Target="/ppt/notesMasters/notesMaster1.xml" Id="Rfc7df64b9f4d4f9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4196e7de72149c3" /><Relationship Type="http://schemas.openxmlformats.org/officeDocument/2006/relationships/notesMaster" Target="/ppt/notesMasters/notesMaster1.xml" Id="R6022a77d526a49c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c0dfc5be5134e23" /><Relationship Type="http://schemas.openxmlformats.org/officeDocument/2006/relationships/notesMaster" Target="/ppt/notesMasters/notesMaster1.xml" Id="R9ce3ccc678cf44e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249311c18194cc6" /><Relationship Type="http://schemas.openxmlformats.org/officeDocument/2006/relationships/notesMaster" Target="/ppt/notesMasters/notesMaster1.xml" Id="R8d00ddbcb7c1404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2b1c287ed4745e5" /><Relationship Type="http://schemas.openxmlformats.org/officeDocument/2006/relationships/notesMaster" Target="/ppt/notesMasters/notesMaster1.xml" Id="R89fd7cf7da1d4c7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30d459a86ef4a87" /><Relationship Type="http://schemas.openxmlformats.org/officeDocument/2006/relationships/notesMaster" Target="/ppt/notesMasters/notesMaster1.xml" Id="R46e66cf53733431f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553e6ff8ea7a492c" /><Relationship Type="http://schemas.openxmlformats.org/officeDocument/2006/relationships/notesMaster" Target="/ppt/notesMasters/notesMaster1.xml" Id="Rf9733a0131a04ce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Separar editor, runtime y terminal. El editor no garantiza qué intérprete ejecuta. Registrar versión del lenguaje y comandos de ejecución. En este curso, los programas solo utilizan bibliotecas estándar. La configuración debe ser suficiente para repetir ejemplos y no añadir servicios, bases de datos o gestores que no intervienen en el problema.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Comprobar python3 --version y python3 -c "import sys; print(sys.executable)". En Windows usar py --version y py -c. Elegir ese mismo intérprete en el editor. La versión objetivo se fija en .python-version como dato para herramientas compatibles, no como instalación automática.</a:t>
            </a:r>
          </a:p>
          <a:p xmlns:a="http://schemas.openxmlformats.org/drawingml/2006/main">
            <a:r>
              <a:t>Fuente: https://docs.python.org/3.14/tutorial/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Aislar un entorno evita mezclar dependencias de proyectos distintos. Un entorno no es una máquina virtual ni garantiza reproducibilidad por sí solo: también se necesitan fuentes, versiones y datos. No distribuir binarios del entorno como parte del repositorio. Crear de nuevo desde instrucciones documentadas.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Crear con python3 -m venv .venv. Activar en POSIX con source .venv/bin/activate y en PowerShell con .venv\Scripts\Activate.ps1 si la política local lo permite. También ejecutar directamente .venv/bin/python sin activar. No instalar paquetes para los ejemplos .py del curso.</a:t>
            </a:r>
          </a:p>
          <a:p xmlns:a="http://schemas.openxmlformats.org/drawingml/2006/main">
            <a:r>
              <a:t>Fuente: https://docs.python.org/3.14/tutorial/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Un script ejecuta instrucciones desde el inicio en un proceso nuevo. Un cuaderno conserva estado en el kernel entre celdas y puede aparentar funcionar gracias a variables definidas antes. Reiniciar y ejecutar todas las celdas en orden comprueba dependencias. Guardar código reutilizable en módulos y reservar el cuaderno para exploración.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Un .ipynb es un documento JSON con celdas, metadatos y salidas. Su ejecución requiere un entorno compatible con Jupyter y un kernel Python, herramientas opcionales para el docente. Los ejercicios .py y las demostraciones no dependen de Jupyter.</a:t>
            </a:r>
          </a:p>
          <a:p xmlns:a="http://schemas.openxmlformats.org/drawingml/2006/main">
            <a:r>
              <a:t>Fuente: https://docs.python.org/3.14/tutorial/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Ante un fallo, comprobar primero comando, carpeta, archivo y versión. Separar error de instalación de error de sintaxis o de datos. Registrar stdout, stderr y código de salida cuando sea relevante. Una entrega reproducible incluye fuentes, datos autorizados e instrucciones, y excluye cachés, entornos y archivos personales.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Usar python3 -m py_compile demo.py para comprobar sintaxis, sabiendo que no prueba el comportamiento. Agregar .venv y __pycache__ a .gitignore. Ejecutar desde una copia limpia con entradas conocidas.</a:t>
            </a:r>
          </a:p>
          <a:p xmlns:a="http://schemas.openxmlformats.org/drawingml/2006/main">
            <a:r>
              <a:t>Fuente: https://docs.python.org/3.14/tutorial/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Código completo en python/ejemplos/demo.py. Un programa debe ejecutarse fuera de la sesión donde fue escrito. Identificar intérprete, directorio de trabajo y dependencias evita que el resultado dependa accidentalmente de un editor o de celdas ejecutadas en otro orden.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dcbb6aa5691494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3647207e7fd4aa9" /><Relationship Type="http://schemas.openxmlformats.org/officeDocument/2006/relationships/slideLayout" Target="/ppt/slideLayouts/slideLayout1.xml" Id="R2de55800e99c404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de55800e99c404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4231cdc4534e82" /><Relationship Type="http://schemas.openxmlformats.org/officeDocument/2006/relationships/image" Target="/ppt/media/image.png" Id="Rac0bc48a8dfd48f3" /><Relationship Type="http://schemas.openxmlformats.org/officeDocument/2006/relationships/notesSlide" Target="/ppt/notesSlides/notesSlide1.xml" Id="R3184091db2884ef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a7c3fea5c24fdd" /><Relationship Type="http://schemas.openxmlformats.org/officeDocument/2006/relationships/notesSlide" Target="/ppt/notesSlides/notesSlide2.xml" Id="R766a252565e6468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e203e40bd643fc" /><Relationship Type="http://schemas.openxmlformats.org/officeDocument/2006/relationships/notesSlide" Target="/ppt/notesSlides/notesSlide3.xml" Id="R6cbf53be86f84b3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c5b2f465334944" /><Relationship Type="http://schemas.openxmlformats.org/officeDocument/2006/relationships/notesSlide" Target="/ppt/notesSlides/notesSlide4.xml" Id="R9aebb4c771be4c1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eeb199fd164dba" /><Relationship Type="http://schemas.openxmlformats.org/officeDocument/2006/relationships/notesSlide" Target="/ppt/notesSlides/notesSlide5.xml" Id="R74b1662981264d9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a4b7c639164840" /><Relationship Type="http://schemas.openxmlformats.org/officeDocument/2006/relationships/notesSlide" Target="/ppt/notesSlides/notesSlide6.xml" Id="Rf34715bc9e9b460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0baead4cc54f98" /><Relationship Type="http://schemas.openxmlformats.org/officeDocument/2006/relationships/notesSlide" Target="/ppt/notesSlides/notesSlide7.xml" Id="R551f348fb5cd4df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ea3df9c5214b78" /><Relationship Type="http://schemas.openxmlformats.org/officeDocument/2006/relationships/notesSlide" Target="/ppt/notesSlides/notesSlide8.xml" Id="Rf542ec44f9a04f6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52abdca37344ea" /><Relationship Type="http://schemas.openxmlformats.org/officeDocument/2006/relationships/notesSlide" Target="/ppt/notesSlides/notesSlide9.xml" Id="R395160983b8041b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8d2380ef1947f0" /><Relationship Type="http://schemas.openxmlformats.org/officeDocument/2006/relationships/notesSlide" Target="/ppt/notesSlides/notesSlide10.xml" Id="R9edc13cc34d6496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edd34d02bb4a2b" /><Relationship Type="http://schemas.openxmlformats.org/officeDocument/2006/relationships/notesSlide" Target="/ppt/notesSlides/notesSlide11.xml" Id="Rfe7ea7310dcf490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d80ddde83242ef" /><Relationship Type="http://schemas.openxmlformats.org/officeDocument/2006/relationships/notesSlide" Target="/ppt/notesSlides/notesSlide12.xml" Id="Re5ed825510b846ea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df2882d5a44d5a" /><Relationship Type="http://schemas.openxmlformats.org/officeDocument/2006/relationships/notesSlide" Target="/ppt/notesSlides/notesSlide13.xml" Id="R6223e46f064840b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c0bc48a8dfd48f3"/>
          <a:stretch xmlns:a="http://schemas.openxmlformats.org/drawingml/2006/main"/>
        </p:blipFill>
        <p:spPr>
          <a:xfrm xmlns:a="http://schemas.openxmlformats.org/drawingml/2006/main">
            <a:off x="609600" y="452158"/>
            <a:ext cx="7239000" cy="1191183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2FE825-F285-4E17-AD6C-46BFDDBCB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190750"/>
            <a:ext cx="10763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75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3375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Programación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5EADD4-1F2F-4280-9762-E311DB6F8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190875"/>
            <a:ext cx="10763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Entornos, ejecución y reproducibilidad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4C59DE-DB75-44A0-A7C5-757E59177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00625"/>
            <a:ext cx="13906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000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220545-876B-4C6B-A206-B674A5D65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5381625"/>
            <a:ext cx="1047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Unidad 3 · 3.13 · Python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B8EA76-2530-43DE-9341-2A16AF3B0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6029325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Ing. Pablo Torres, Mgtr.</a:t>
            </a:r>
          </a:p>
        </p:txBody>
      </p:sp>
    </p:spTree>
    <p:extLst>
      <p:ext uri="{BB962C8B-B14F-4D97-AF65-F5344CB8AC3E}">
        <p14:creationId xmlns:p14="http://schemas.microsoft.com/office/powerpoint/2010/main" val="170345754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4077BB-69F4-4BCE-8C2F-8BEE95E64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476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0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C06F1B-7F5C-4F67-86BD-12F740CF6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28625"/>
            <a:ext cx="1066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925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Problema inicial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A2D38C-3A59-435F-83AD-23A55031D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FE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27B8C7-63D6-4460-9EBE-3CDE915FC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6381750"/>
            <a:ext cx="923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Programación · 3.13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4955CB-8F9F-4E53-86B4-85B37FC48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06A39B-BF05-4CF9-9538-8AC726ABF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714500"/>
            <a:ext cx="104775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75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475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Un programa debe ejecutarse fuera de la sesión donde fue escrito. Identificar intérprete, directorio de trabajo y dependencias evita que el resultado dependa accidentalmente de un editor o de celdas ejecutadas en otro orden.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2561DA-533D-4723-B8C8-BC5A910FA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762500"/>
            <a:ext cx="10477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Anticipar entradas, reglas y salida antes de ejecutar.</a:t>
            </a:r>
          </a:p>
        </p:txBody>
      </p:sp>
    </p:spTree>
    <p:extLst>
      <p:ext uri="{BB962C8B-B14F-4D97-AF65-F5344CB8AC3E}">
        <p14:creationId xmlns:p14="http://schemas.microsoft.com/office/powerpoint/2010/main" val="208858828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3746ED-A0D2-4A91-B713-AE1BD4B85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476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0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0C024B-D7D0-4991-9FBF-2D43CB069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28625"/>
            <a:ext cx="1066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925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Herramientas y versiones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D31378-8BD7-46F3-A2EC-AADDD4210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FE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FB6724-61BE-4D40-BDB1-8011E56B4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6381750"/>
            <a:ext cx="923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Programación · 3.13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866003-6C94-4720-BD66-53678772A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1596AE-CDD6-443E-848C-3622890D2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19250"/>
            <a:ext cx="4810125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Separar editor, runtime y terminal. El editor no garantiza qué intérprete ejecuta.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158076-4B18-42E4-ACD1-BD869FFE0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62125"/>
            <a:ext cx="5286375" cy="3286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3F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import sys</a:t>
            </a:r>
          </a:p>
          <a:p xmlns:a="http://schemas.openxmlformats.org/drawingml/2006/main">
            <a:pPr>
              <a:defRPr sz="1875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print(sys.version_info.major)</a:t>
            </a:r>
          </a:p>
          <a:p xmlns:a="http://schemas.openxmlformats.org/drawingml/2006/main">
            <a:pPr>
              <a:defRPr sz="1875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print(sys.executable)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BE0F43-05C3-41BF-96A5-74CE0853F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238750"/>
            <a:ext cx="52863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Comprobar python3 --version y python3 -c "import sys; print(sys.executable)".</a:t>
            </a:r>
          </a:p>
        </p:txBody>
      </p:sp>
    </p:spTree>
    <p:extLst>
      <p:ext uri="{BB962C8B-B14F-4D97-AF65-F5344CB8AC3E}">
        <p14:creationId xmlns:p14="http://schemas.microsoft.com/office/powerpoint/2010/main" val="27856411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079490-2A26-41E8-9C2C-3BDC0765E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476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0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B8F537-C445-4742-895F-9E62D0F18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28625"/>
            <a:ext cx="1066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925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Aislamiento y dependencias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6F6A97-53AA-4C62-978E-1DA80C452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FE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61D0BC-6D27-4139-A486-35AC01311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6381750"/>
            <a:ext cx="923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Programación · 3.13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3C957D-4210-4F16-AB6A-A68601E29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9FB4DE-7034-4F97-A9F4-4125921D3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19250"/>
            <a:ext cx="4810125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Aislar un entorno evita mezclar dependencias de proyectos distintos. Un entorno no es una máquina virtual ni garantiza reproducibilidad por sí solo: también se necesitan fuentes, versiones y datos.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1A1EF6-0FB4-41FF-810E-E146CC638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62125"/>
            <a:ext cx="5286375" cy="3286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3F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import pathlib</a:t>
            </a:r>
          </a:p>
          <a:p xmlns:a="http://schemas.openxmlformats.org/drawingml/2006/main">
            <a:pPr>
              <a:defRPr sz="1875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print(pathlib.Path.cwd())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D295CA-00B9-4244-8944-88BA72C5D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238750"/>
            <a:ext cx="52863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Crear con python3 -m venv .venv.</a:t>
            </a:r>
          </a:p>
        </p:txBody>
      </p:sp>
    </p:spTree>
    <p:extLst>
      <p:ext uri="{BB962C8B-B14F-4D97-AF65-F5344CB8AC3E}">
        <p14:creationId xmlns:p14="http://schemas.microsoft.com/office/powerpoint/2010/main" val="110347170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1EA48A-9F5B-4C2F-946D-210391DF0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476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0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AE5947-0FC8-48B6-BC3F-B421D4E72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28625"/>
            <a:ext cx="1066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925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Scripts y cuadernos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84FC64-F346-4EDC-87B6-C95804977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FE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04DFA0-7A93-4C34-8164-F2D1406ED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6381750"/>
            <a:ext cx="923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Programación · 3.13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7E7679-8038-4A65-9A4A-0D1169A6A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258716-BFD3-4FA1-B93E-3D92CE71C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19250"/>
            <a:ext cx="4810125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Un script ejecuta instrucciones desde el inicio en un proceso nuevo. Un cuaderno conserva estado en el kernel entre celdas y puede aparentar funcionar gracias a variables definidas antes.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97B5B3-62DC-4C1D-A49A-12424D10C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62125"/>
            <a:ext cx="5286375" cy="3286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3F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valor = 5</a:t>
            </a:r>
          </a:p>
          <a:p xmlns:a="http://schemas.openxmlformats.org/drawingml/2006/main">
            <a:pPr>
              <a:defRPr sz="1875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print(valor + 1)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720DDD-4AF3-4E84-99E8-58FC0D6B0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238750"/>
            <a:ext cx="52863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Un .ipynb es un documento JSON con celdas, metadatos y salidas.</a:t>
            </a:r>
          </a:p>
        </p:txBody>
      </p:sp>
    </p:spTree>
    <p:extLst>
      <p:ext uri="{BB962C8B-B14F-4D97-AF65-F5344CB8AC3E}">
        <p14:creationId xmlns:p14="http://schemas.microsoft.com/office/powerpoint/2010/main" val="166695869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6743A9E-FFA1-4405-B7A7-2AEF4782F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476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0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619248-5E6D-4686-847F-4E0829488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28625"/>
            <a:ext cx="1066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925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Diagnóstico y entrega limpia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8FA614-6F20-4BEF-BB7C-4D7C34472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FE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08617A-4000-498A-9609-98B880DE2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6381750"/>
            <a:ext cx="923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Programación · 3.13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A31C53-5658-4ED1-8428-3D2F6C784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9E322B-A948-4E2D-8AC8-0E7577CAA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19250"/>
            <a:ext cx="4810125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Ante un fallo, comprobar primero comando, carpeta, archivo y versión. Separar error de instalación de error de sintaxis o de datos.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9E00B2-009B-4740-B1C8-CBDD2C4B6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62125"/>
            <a:ext cx="5286375" cy="3286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3F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print("Entorno listo")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419EB2-1CAD-419A-B245-210D785EC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238750"/>
            <a:ext cx="52863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Usar python3 -m py_compile demo.py para comprobar sintaxis, sabiendo que no prueba el comportamiento.</a:t>
            </a:r>
          </a:p>
        </p:txBody>
      </p:sp>
    </p:spTree>
    <p:extLst>
      <p:ext uri="{BB962C8B-B14F-4D97-AF65-F5344CB8AC3E}">
        <p14:creationId xmlns:p14="http://schemas.microsoft.com/office/powerpoint/2010/main" val="159966693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0D1D552-D9C7-4230-8FFB-58C910F94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476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0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FDC59E-3819-418D-B846-8BB416054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28625"/>
            <a:ext cx="1066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925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Contrato y recorrido de la demostración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6F8946-710C-4654-90FC-8964E4A7E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FE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A392F6-74DD-4170-B59C-30DD24278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6381750"/>
            <a:ext cx="923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Programación · 3.13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6076E1-FAE4-4F80-AEE0-E503D49DE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A27F75-B0AF-4847-8550-07ACEACCC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047875"/>
            <a:ext cx="3286125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3FA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9841EE-C78F-4718-BE69-FF42DB450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286000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ENTRADA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80A42B-98E8-4B16-A48E-1E65967EA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028950"/>
            <a:ext cx="28575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Datos definidos en el ejemplo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532D4A4-3794-4E43-A90E-E082961E5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3095625"/>
            <a:ext cx="381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475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41A2EA3-87BD-4AC9-BCB8-A308A4D76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047875"/>
            <a:ext cx="3286125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3FA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82C86F5-E85B-47F2-8145-FCDEB3E55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286000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PROCESO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94B1E41-5CA0-49D6-BC80-FDF01F1D7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028950"/>
            <a:ext cx="28575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Aislamiento y dependencias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5153FC4-B3E1-45DB-9E76-DD94A8B76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095625"/>
            <a:ext cx="381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475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D19B694-39AE-456D-A7BE-75FFC60B6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6275" y="2047875"/>
            <a:ext cx="3286125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3FA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0E683D5-52E7-4163-AC2E-2AFEB5431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2286000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SALIDA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EDC70D9-61A1-413B-A549-4AE63D662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3028950"/>
            <a:ext cx="28575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Entorno listo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8F2090E-A6A6-4FFC-A487-6451CC144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191125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Conservar el contrato al cambiar de lenguaje.</a:t>
            </a:r>
          </a:p>
        </p:txBody>
      </p:sp>
    </p:spTree>
    <p:extLst>
      <p:ext uri="{BB962C8B-B14F-4D97-AF65-F5344CB8AC3E}">
        <p14:creationId xmlns:p14="http://schemas.microsoft.com/office/powerpoint/2010/main" val="187382647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1F67DC-B610-4575-B0C1-FDC888C7B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476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0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E564A3-4797-4893-A008-D2BA41345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28625"/>
            <a:ext cx="1066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925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Demostración guiada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134F0B-C404-4348-94DD-B54BB3205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FE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4A4AF1-C252-4A3A-9A3C-7348ADBD7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6381750"/>
            <a:ext cx="923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Programación · 3.13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6E55BC-EE42-421C-9643-0E50F98FE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A80E0F-F8DD-4B9C-9138-9E6AA4FC3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66875"/>
            <a:ext cx="1057275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3F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from pathlib import Path</a:t>
            </a:r>
          </a:p>
          <a:p xmlns:a="http://schemas.openxmlformats.org/drawingml/2006/main">
            <a:pPr>
              <a:defRPr sz="210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from tempfile import TemporaryDirectory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with TemporaryDirectory() as carpeta:</a:t>
            </a:r>
          </a:p>
          <a:p xmlns:a="http://schemas.openxmlformats.org/drawingml/2006/main">
            <a:pPr>
              <a:defRPr sz="210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    ruta = Path(carpeta) / "prueba.txt"</a:t>
            </a:r>
          </a:p>
          <a:p xmlns:a="http://schemas.openxmlformats.org/drawingml/2006/main">
            <a:pPr>
              <a:defRPr sz="210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    ruta.write_text("Entorno listo", encoding="utf-8")</a:t>
            </a:r>
          </a:p>
          <a:p xmlns:a="http://schemas.openxmlformats.org/drawingml/2006/main">
            <a:pPr>
              <a:defRPr sz="210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    print(ruta.read_text(encoding="utf-8"))</a:t>
            </a:r>
          </a:p>
        </p:txBody>
      </p:sp>
    </p:spTree>
    <p:extLst>
      <p:ext uri="{BB962C8B-B14F-4D97-AF65-F5344CB8AC3E}">
        <p14:creationId xmlns:p14="http://schemas.microsoft.com/office/powerpoint/2010/main" val="91513217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0D4C1C-23C8-4752-B015-FC70478A4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476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0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ADB3FC-A616-4DAC-90F2-BDFD44F7C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28625"/>
            <a:ext cx="1066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925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Resultado esperado y comprobación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54E908-B6EF-4985-96EA-15E187E41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FE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1C5B42-C343-44FA-85F7-44FC62A70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6381750"/>
            <a:ext cx="923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Programación · 3.13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13DDA2-3BC4-408B-A1B9-BBA84FC40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94FBC8-AC24-4150-B610-6ED5DF1B9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66875"/>
            <a:ext cx="63817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3F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Entorno listo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ECDC75-0E19-4066-8780-6257D63E8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1714500"/>
            <a:ext cx="3714750" cy="400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Ejecutar con los datos indicados.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Relacionar cada línea con una instrucción.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Cambiar un dato y anticipar la nueva salida.</a:t>
            </a:r>
          </a:p>
        </p:txBody>
      </p:sp>
    </p:spTree>
    <p:extLst>
      <p:ext uri="{BB962C8B-B14F-4D97-AF65-F5344CB8AC3E}">
        <p14:creationId xmlns:p14="http://schemas.microsoft.com/office/powerpoint/2010/main" val="120448057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DC6B6A4-956D-41F9-BA30-10986BE2A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476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0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DB08B7-C5B8-4C8F-B2C1-D5ED812F4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28625"/>
            <a:ext cx="1066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925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Ejercicio práctico · Ruta relativa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E5FB2C-F1DC-479C-AAB4-6169E8B74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FE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E0FE6A-2201-4A80-80CD-F2579624A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6381750"/>
            <a:ext cx="923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Programación · 3.13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BBDD82-E40E-4A26-80FC-F12B6686F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F70D10-9865-4955-850C-B85CB68DC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714500"/>
            <a:ext cx="104775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325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Construir datos/entrada.txt con la biblioteca de rutas y mostrar su forma con barras /. No crear el archivo.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A43228-5EF0-4A80-A281-3FB07C750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286250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Resultado de comprobación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D4F6F7-6332-4141-868B-B87DA8EF8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857750"/>
            <a:ext cx="104775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3F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datos/entrada.txt</a:t>
            </a:r>
          </a:p>
        </p:txBody>
      </p:sp>
    </p:spTree>
    <p:extLst>
      <p:ext uri="{BB962C8B-B14F-4D97-AF65-F5344CB8AC3E}">
        <p14:creationId xmlns:p14="http://schemas.microsoft.com/office/powerpoint/2010/main" val="9053924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C7A848-DB46-4B75-8D02-1BFF22F54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476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0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2E4C40-3685-48DD-AD44-5B1885911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28625"/>
            <a:ext cx="1066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925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PC3.13 · Problema y restricciones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997174-C2F7-4A7D-8CCF-5699149B2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FE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470259-20C5-4342-A4FD-7C83A925C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6381750"/>
            <a:ext cx="923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Programación · 3.13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C60F2B-17F0-4022-9D38-3AECE3877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51582D-4EAA-4A1E-B889-EFB1FF1DE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571625"/>
            <a:ext cx="10572750" cy="3857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Preparar una entrega reproducible de un programa propio de clasificación de datos. Incluir fuentes, entrada.txt, salida-esperada.txt, README y evidencia. Ejecutar desde una copia nueva fuera de la carpeta original. Verificar un caso normal y uno inválido. Excluir entornos, cachés y compilados. Registrar la versión real, sin copiar una versión supuesta.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A8F2BF-1EE3-45BB-BB26-D5B6E7188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476875"/>
            <a:ext cx="1057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Resolver de forma autónoma y registrar evidencia real.</a:t>
            </a:r>
          </a:p>
        </p:txBody>
      </p:sp>
    </p:spTree>
    <p:extLst>
      <p:ext uri="{BB962C8B-B14F-4D97-AF65-F5344CB8AC3E}">
        <p14:creationId xmlns:p14="http://schemas.microsoft.com/office/powerpoint/2010/main" val="27166250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5B35F89-8C66-4A2D-BC13-8B0CE1514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476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0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05067C-7C02-465C-8D9A-96948163C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28625"/>
            <a:ext cx="1066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925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PC3.13 · Casos de aceptación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679CD6-DC68-4B9D-9554-A801635B1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FE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20FF4E-881F-4913-9CCC-A45C9203B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6381750"/>
            <a:ext cx="923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Programación · 3.13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FE7A06-8242-477A-B601-F86EFB3CA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C84CE7-FF80-4F99-A538-094F243CE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19250"/>
            <a:ext cx="4667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copia limpia con entrada válida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A496D3-275A-428A-9DB8-9A7CC7AD7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1619250"/>
            <a:ext cx="5429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salida idéntica a salida-esperada.txt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E6F1E0-C896-421D-ADAF-388C73766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00325"/>
            <a:ext cx="4667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entrada inválida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1220270-71BA-498B-ADFD-F310DF029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2600325"/>
            <a:ext cx="5429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diagnóstico documentado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A7B9E7-0E7C-445E-B243-B7840E6B8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581400"/>
            <a:ext cx="4667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sin editor abierto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121A13B-73EC-46F6-82A6-9CE2B6BAD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3581400"/>
            <a:ext cx="5429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ejecución mediante terminal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850512D-8101-42C7-890B-9F7B0DBE2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62475"/>
            <a:ext cx="4667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inventario de entrega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CB08140-B203-4CE6-ADC5-318890A33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4562475"/>
            <a:ext cx="5429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sin .venv, __pycache__ ni .class</a:t>
            </a:r>
          </a:p>
        </p:txBody>
      </p:sp>
    </p:spTree>
    <p:extLst>
      <p:ext uri="{BB962C8B-B14F-4D97-AF65-F5344CB8AC3E}">
        <p14:creationId xmlns:p14="http://schemas.microsoft.com/office/powerpoint/2010/main" val="210804116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5EE9C8A-7C03-4530-AFFB-6290B552E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476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0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CA6E77-D915-4340-A670-84E8538D5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28625"/>
            <a:ext cx="1066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925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Lo esencial de hoy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1BC649-A1BA-4E3B-8AF8-7E48F1822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FE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D410B1-3A5F-415C-BF69-5A2677A63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6381750"/>
            <a:ext cx="923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Programación · 3.13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A31E09-73E1-4588-9950-9F69E60BF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13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237EEB-9B2E-430D-A646-A89A125EB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09750"/>
            <a:ext cx="61912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065B0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0065B0"/>
                </a:solidFill>
                <a:latin typeface="DejaVu Sans"/>
                <a:ea typeface="DejaVu Sans"/>
                <a:cs typeface="DejaVu Sans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681637-E652-4E19-A112-E385CA86C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1809750"/>
            <a:ext cx="952500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325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Identificar el runtime realmente ejecutado.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667D02-0A09-4E8B-95D6-A52BE0A6C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00375"/>
            <a:ext cx="61912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065B0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0065B0"/>
                </a:solidFill>
                <a:latin typeface="DejaVu Sans"/>
                <a:ea typeface="DejaVu Sans"/>
                <a:cs typeface="DejaVu Sans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E05F5B-51C6-4552-909A-DC3D23B65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000375"/>
            <a:ext cx="952500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325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Reconstruir el entorno desde instrucciones.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6E252A-23C7-4281-B319-3B61DA93F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91000"/>
            <a:ext cx="61912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065B0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0065B0"/>
                </a:solidFill>
                <a:latin typeface="DejaVu Sans"/>
                <a:ea typeface="DejaVu Sans"/>
                <a:cs typeface="DejaVu Sans"/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20F3132-F615-49E9-9A97-B0DD6C3E7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191000"/>
            <a:ext cx="952500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325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Validar desde una copia limpia.</a:t>
            </a:r>
          </a:p>
        </p:txBody>
      </p:sp>
    </p:spTree>
    <p:extLst>
      <p:ext uri="{BB962C8B-B14F-4D97-AF65-F5344CB8AC3E}">
        <p14:creationId xmlns:p14="http://schemas.microsoft.com/office/powerpoint/2010/main" val="130957472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2026-09-25T21:16:20.1410000Z</dcterms:created>
  <dcterms:modified xsi:type="dcterms:W3CDTF">2026-09-25T21:16:20.1410000Z</dcterms:modified>
</coreProperties>
</file>