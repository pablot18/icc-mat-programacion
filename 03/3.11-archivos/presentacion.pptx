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1b6e4d7804eb4" /><Relationship Type="http://schemas.openxmlformats.org/officeDocument/2006/relationships/extended-properties" Target="/docProps/app.xml" Id="Rd3946f849d344b27" /><Relationship Type="http://schemas.openxmlformats.org/officeDocument/2006/relationships/officeDocument" Target="/ppt/presentation.xml" Id="R73ee60a32cbf4c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8e9521d8c42c4"/>
  </p:sldMasterIdLst>
  <p:notesMasterIdLst>
    <p:notesMasterId xmlns:r="http://schemas.openxmlformats.org/officeDocument/2006/relationships" r:id="R5a957660103144f5"/>
  </p:notesMasterIdLst>
  <p:sldIdLst>
    <p:sldId xmlns:r="http://schemas.openxmlformats.org/officeDocument/2006/relationships" id="256" r:id="R79372c4fe19a49c2"/>
    <p:sldId xmlns:r="http://schemas.openxmlformats.org/officeDocument/2006/relationships" id="257" r:id="Rd597782b75af4990"/>
    <p:sldId xmlns:r="http://schemas.openxmlformats.org/officeDocument/2006/relationships" id="258" r:id="R9464926bb3ec4434"/>
    <p:sldId xmlns:r="http://schemas.openxmlformats.org/officeDocument/2006/relationships" id="259" r:id="Rab21fd9453024e3f"/>
    <p:sldId xmlns:r="http://schemas.openxmlformats.org/officeDocument/2006/relationships" id="260" r:id="R7ed8ac59d4914dd8"/>
    <p:sldId xmlns:r="http://schemas.openxmlformats.org/officeDocument/2006/relationships" id="261" r:id="Rc7d8655176724786"/>
    <p:sldId xmlns:r="http://schemas.openxmlformats.org/officeDocument/2006/relationships" id="262" r:id="R3fca54d857584094"/>
    <p:sldId xmlns:r="http://schemas.openxmlformats.org/officeDocument/2006/relationships" id="263" r:id="R2145339ca4b94773"/>
    <p:sldId xmlns:r="http://schemas.openxmlformats.org/officeDocument/2006/relationships" id="264" r:id="R234bce6d508a426e"/>
    <p:sldId xmlns:r="http://schemas.openxmlformats.org/officeDocument/2006/relationships" id="265" r:id="Raeb95e1a59bb4061"/>
    <p:sldId xmlns:r="http://schemas.openxmlformats.org/officeDocument/2006/relationships" id="266" r:id="R4f7182bb7ad84ca5"/>
    <p:sldId xmlns:r="http://schemas.openxmlformats.org/officeDocument/2006/relationships" id="267" r:id="R82fe332d982c4c39"/>
    <p:sldId xmlns:r="http://schemas.openxmlformats.org/officeDocument/2006/relationships" id="268" r:id="R0e62e2d316f442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091b1fc5c4547" /><Relationship Type="http://schemas.openxmlformats.org/officeDocument/2006/relationships/slideMaster" Target="/ppt/slideMasters/slideMaster1.xml" Id="R3c18e9521d8c42c4" /><Relationship Type="http://schemas.openxmlformats.org/officeDocument/2006/relationships/notesMaster" Target="/ppt/notesMasters/notesMaster1.xml" Id="R5a957660103144f5" /><Relationship Type="http://schemas.openxmlformats.org/officeDocument/2006/relationships/presProps" Target="/ppt/presProps.xml" Id="R5509e0eb8818439e" /><Relationship Type="http://schemas.openxmlformats.org/officeDocument/2006/relationships/tableStyles" Target="/ppt/tableStyles.xml" Id="Rae86245ef1a84e43" /><Relationship Type="http://schemas.openxmlformats.org/officeDocument/2006/relationships/slide" Target="/ppt/slides/slide1.xml" Id="R79372c4fe19a49c2" /><Relationship Type="http://schemas.openxmlformats.org/officeDocument/2006/relationships/slide" Target="/ppt/slides/slide2.xml" Id="Rd597782b75af4990" /><Relationship Type="http://schemas.openxmlformats.org/officeDocument/2006/relationships/slide" Target="/ppt/slides/slide3.xml" Id="R9464926bb3ec4434" /><Relationship Type="http://schemas.openxmlformats.org/officeDocument/2006/relationships/slide" Target="/ppt/slides/slide4.xml" Id="Rab21fd9453024e3f" /><Relationship Type="http://schemas.openxmlformats.org/officeDocument/2006/relationships/slide" Target="/ppt/slides/slide5.xml" Id="R7ed8ac59d4914dd8" /><Relationship Type="http://schemas.openxmlformats.org/officeDocument/2006/relationships/slide" Target="/ppt/slides/slide6.xml" Id="Rc7d8655176724786" /><Relationship Type="http://schemas.openxmlformats.org/officeDocument/2006/relationships/slide" Target="/ppt/slides/slide7.xml" Id="R3fca54d857584094" /><Relationship Type="http://schemas.openxmlformats.org/officeDocument/2006/relationships/slide" Target="/ppt/slides/slide8.xml" Id="R2145339ca4b94773" /><Relationship Type="http://schemas.openxmlformats.org/officeDocument/2006/relationships/slide" Target="/ppt/slides/slide9.xml" Id="R234bce6d508a426e" /><Relationship Type="http://schemas.openxmlformats.org/officeDocument/2006/relationships/slide" Target="/ppt/slides/slide10.xml" Id="Raeb95e1a59bb4061" /><Relationship Type="http://schemas.openxmlformats.org/officeDocument/2006/relationships/slide" Target="/ppt/slides/slide11.xml" Id="R4f7182bb7ad84ca5" /><Relationship Type="http://schemas.openxmlformats.org/officeDocument/2006/relationships/slide" Target="/ppt/slides/slide12.xml" Id="R82fe332d982c4c39" /><Relationship Type="http://schemas.openxmlformats.org/officeDocument/2006/relationships/slide" Target="/ppt/slides/slide13.xml" Id="R0e62e2d316f442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24339267b5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c74ed432b6487d" /><Relationship Type="http://schemas.openxmlformats.org/officeDocument/2006/relationships/notesMaster" Target="/ppt/notesMasters/notesMaster1.xml" Id="R5e5fcde04e51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2eb6d42024020" /><Relationship Type="http://schemas.openxmlformats.org/officeDocument/2006/relationships/notesMaster" Target="/ppt/notesMasters/notesMaster1.xml" Id="Rb15da530ebfa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72a07659a49ef" /><Relationship Type="http://schemas.openxmlformats.org/officeDocument/2006/relationships/notesMaster" Target="/ppt/notesMasters/notesMaster1.xml" Id="Rdf75fd6240cb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7789529d44092" /><Relationship Type="http://schemas.openxmlformats.org/officeDocument/2006/relationships/notesMaster" Target="/ppt/notesMasters/notesMaster1.xml" Id="R8e81033dee5243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1efa204b54f19" /><Relationship Type="http://schemas.openxmlformats.org/officeDocument/2006/relationships/notesMaster" Target="/ppt/notesMasters/notesMaster1.xml" Id="R3c6776dcb1ca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d37546b2548c0" /><Relationship Type="http://schemas.openxmlformats.org/officeDocument/2006/relationships/notesMaster" Target="/ppt/notesMasters/notesMaster1.xml" Id="R48aec9160e1241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4a6bffb1240f8" /><Relationship Type="http://schemas.openxmlformats.org/officeDocument/2006/relationships/notesMaster" Target="/ppt/notesMasters/notesMaster1.xml" Id="Rb8e9a4fcad12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b8ca9b5704268" /><Relationship Type="http://schemas.openxmlformats.org/officeDocument/2006/relationships/notesMaster" Target="/ppt/notesMasters/notesMaster1.xml" Id="R53323949608543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115baa8bc48c3" /><Relationship Type="http://schemas.openxmlformats.org/officeDocument/2006/relationships/notesMaster" Target="/ppt/notesMasters/notesMaster1.xml" Id="Rfa47c974c9b845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e5aff6a24d4b06" /><Relationship Type="http://schemas.openxmlformats.org/officeDocument/2006/relationships/notesMaster" Target="/ppt/notesMasters/notesMaster1.xml" Id="R1ba498bdf82546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64121a1c244620" /><Relationship Type="http://schemas.openxmlformats.org/officeDocument/2006/relationships/notesMaster" Target="/ppt/notesMasters/notesMaster1.xml" Id="R452a2a93db5a4f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407dfed0cf44b2" /><Relationship Type="http://schemas.openxmlformats.org/officeDocument/2006/relationships/notesMaster" Target="/ppt/notesMasters/notesMaster1.xml" Id="R0842fd588fcf45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26445f61494a2f" /><Relationship Type="http://schemas.openxmlformats.org/officeDocument/2006/relationships/notesMaster" Target="/ppt/notesMasters/notesMaster1.xml" Id="R3e17b5f23979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ruta relativa se interpreta desde el directorio de trabajo del proceso, que no siempre coincide con la carpeta del código. Especificar cómo localizar los datos y usar UTF-8 para intercambiar texto con tildes. El formato describe cómo se separan registros y campos. Una extensión .txt no garantiza contenido válido. No confundir bytes con caracteres.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pathlib.Path representa rutas de manera portable. Path(__file__).resolve().parent localiza la carpeta del script; __file__ no está disponible en una celda de notebook. Definir una ruta base explícita para cada contexto.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un archivo adquiere un recurso que debe cerrarse aunque ocurra un error. Leer línea por línea permite procesar sin cargar todo el archivo. Una línea vacía requiere una política: ignorar, aceptar como dato o rechazar. Validar cada conversión y conservar número de línea para producir diagnósticos útiles.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with ruta.open(encoding="utf-8") as archivo. strip elimina espacios de extremos y el salto final, pero también espacios que podrían ser datos significativos. Usarlo solo si el formato permite ignorarlos.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Escribir puede reemplazar datos existentes. Distinguir crear, sobrescribir y anexar. Decidir si la nueva salida debe construirse completamente antes de sustituir la anterior. Nunca escribir sobre el archivo de entrada por accidente. En ejercicios reproducibles, utilizar una carpeta temporal o una ruta de salida controlada y comparar el contenido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modo w trunca, a agrega y x falla si el archivo ya existe. Escribir saltos de línea explícitos. with garantiza cierre, no una transacción atómica. Una actualización robusta puede escribir temporalmente y reemplazar al finalizar.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errores del sistema de errores del contenido. Un archivo inexistente no equivale a un archivo vacío; una línea inválida no equivale a cero. Registrar qué filas se rechazaron y por qué. Para un CSV real, las comas entre comillas requieren un parser; split(",") solo sirve cuando el formato restringe explícitamente las comas dentro de campos.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Capturar FileNotFoundError u OSError donde se pueda responder. La biblioteca estándar csv procesa CSV con comillas. No usar except: pass porque elimina evidencia de pérdida de datos.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python/ejemplos/demo.py. Guardar mediciones permite continuar el análisis después de terminar el programa. Un archivo agrega decisiones sobre ruta, codificación, formato, errores y cierre de recursos.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d07fab00e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d58aaf3a994783" /><Relationship Type="http://schemas.openxmlformats.org/officeDocument/2006/relationships/slideLayout" Target="/ppt/slideLayouts/slideLayout1.xml" Id="R952f0d94eb00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f0d94eb00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bb072a1b34f93" /><Relationship Type="http://schemas.openxmlformats.org/officeDocument/2006/relationships/image" Target="/ppt/media/image.png" Id="R92d927829d554002" /><Relationship Type="http://schemas.openxmlformats.org/officeDocument/2006/relationships/notesSlide" Target="/ppt/notesSlides/notesSlide1.xml" Id="Rbb286526d54e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7f48c6f074b1e" /><Relationship Type="http://schemas.openxmlformats.org/officeDocument/2006/relationships/notesSlide" Target="/ppt/notesSlides/notesSlide2.xml" Id="R89d08f578a5643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4f87e1f464ef5" /><Relationship Type="http://schemas.openxmlformats.org/officeDocument/2006/relationships/notesSlide" Target="/ppt/notesSlides/notesSlide3.xml" Id="Rb68867a1dfdc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9fb2042a54e3a" /><Relationship Type="http://schemas.openxmlformats.org/officeDocument/2006/relationships/notesSlide" Target="/ppt/notesSlides/notesSlide4.xml" Id="R58cebbe623d1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83a220954265" /><Relationship Type="http://schemas.openxmlformats.org/officeDocument/2006/relationships/notesSlide" Target="/ppt/notesSlides/notesSlide5.xml" Id="R5dc93a6a4bb74f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fd1daf96045b4" /><Relationship Type="http://schemas.openxmlformats.org/officeDocument/2006/relationships/notesSlide" Target="/ppt/notesSlides/notesSlide6.xml" Id="Rba484fb6d19d40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68703d5a446d0" /><Relationship Type="http://schemas.openxmlformats.org/officeDocument/2006/relationships/notesSlide" Target="/ppt/notesSlides/notesSlide7.xml" Id="Rf46547ff5b1c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b5364f0df4678" /><Relationship Type="http://schemas.openxmlformats.org/officeDocument/2006/relationships/notesSlide" Target="/ppt/notesSlides/notesSlide8.xml" Id="R136ad9688ebb4a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6d22cb314022" /><Relationship Type="http://schemas.openxmlformats.org/officeDocument/2006/relationships/notesSlide" Target="/ppt/notesSlides/notesSlide9.xml" Id="Rb54cbee70623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6f5c804144c15" /><Relationship Type="http://schemas.openxmlformats.org/officeDocument/2006/relationships/notesSlide" Target="/ppt/notesSlides/notesSlide10.xml" Id="R8060fea8890e46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e46511c2b4f2b" /><Relationship Type="http://schemas.openxmlformats.org/officeDocument/2006/relationships/notesSlide" Target="/ppt/notesSlides/notesSlide11.xml" Id="R4fd0c45ae31f46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d74e0cf3944cc" /><Relationship Type="http://schemas.openxmlformats.org/officeDocument/2006/relationships/notesSlide" Target="/ppt/notesSlides/notesSlide12.xml" Id="R19858ee8792548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336e4a2474ad5" /><Relationship Type="http://schemas.openxmlformats.org/officeDocument/2006/relationships/notesSlide" Target="/ppt/notesSlides/notesSlide13.xml" Id="R2d5bdd04fa0041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927829d554002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1A3A1-580A-444F-8C24-20BF3590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7CAE2-6794-4DC8-90CE-70DE98A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Archivos de texto y persistencia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5BE0D-886F-483D-9AA9-7074720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C8755-736D-4907-8F57-C20258BD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3 · 3.11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D5D2D-069B-44E0-A8A4-FAD404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41803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5FE1D-CDDB-44EF-BBF4-CB5F5106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9FA5A-3C45-49FE-A520-8C72230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3153A-3EDA-4799-BA3A-E680BCE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17445-F7E5-4F57-BE13-DC2BEE6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7FBA5-50AC-4AC2-A5D2-4EDF0C30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3392E-D6BE-4FC9-BD32-78FAA31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Guardar mediciones permite continuar el análisis después de terminar el programa. Un archivo agrega decisiones sobre ruta, codificación, formato, errores y cierre de recursos.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28FD1-0F2C-4EF5-AB40-C63CED68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1588048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46DA3-CC7B-4077-935C-945CF11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0D006-3571-403A-8E8C-01AFE4B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Ruta, formato y codificación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8BF8F-8DD7-433E-B295-F4DEDEDC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0FD5B-DF03-433A-A6C4-B2CCD3D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E317D-37BD-40AA-894E-3923BD4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10B9-8270-4F80-A90D-8F66930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ruta relativa se interpreta desde el directorio de trabajo del proceso, que no siempre coincide con la carpeta del código. Especificar cómo localizar los datos y usar UTF-8 para intercambiar texto con tildes.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BAD86-DF62-4929-B905-84E2EB5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pathlib import Path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ruta = Path("mediciones.txt")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605AB-049E-4A4F-AB9B-EB3CD805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pathlib.Path representa rutas de manera portable.</a:t>
            </a:r>
          </a:p>
        </p:txBody>
      </p:sp>
    </p:spTree>
    <p:extLst>
      <p:ext uri="{BB962C8B-B14F-4D97-AF65-F5344CB8AC3E}">
        <p14:creationId xmlns:p14="http://schemas.microsoft.com/office/powerpoint/2010/main" val="320272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4335-D3B1-499E-A036-7D8C103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C121F-878A-4A00-8E31-D47EF79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Lectura y cierre de recursos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D05D4-8AD8-42C7-B1AD-C23F6DD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6E005-411E-412B-8DD0-31DA140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EF0AC-9746-4EF0-AD8C-BD0691AA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A7673-95A4-41C0-A42B-B56195C9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Abrir un archivo adquiere un recurso que debe cerrarse aunque ocurra un error. Leer línea por línea permite procesar sin cargar todo el archivo.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3C9D9-054B-41B6-A9F7-F8FB44EF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with open("mediciones.txt", encoding="utf-8") as archivo:</a:t>
            </a:r>
          </a:p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for linea in archivo:</a:t>
            </a:r>
          </a:p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print(linea.rstrip("\n"))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B33C-8B92-4BB5-8489-060FE8C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with ruta.open(encoding="utf-8") as archivo.</a:t>
            </a:r>
          </a:p>
        </p:txBody>
      </p:sp>
    </p:spTree>
    <p:extLst>
      <p:ext uri="{BB962C8B-B14F-4D97-AF65-F5344CB8AC3E}">
        <p14:creationId xmlns:p14="http://schemas.microsoft.com/office/powerpoint/2010/main" val="834940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AA13C-36D2-420F-B635-2459FE7D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87818-B37A-42CB-8782-64E6F078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Escritura, anexado y seguridad del 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60B5-F4C1-47F3-8AF8-576D8C1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2006C-24EE-43C0-AE00-54BEF3B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89D03-40E3-4182-87B3-B54C3B8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75B06-2100-43A3-90A9-02D308C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Escribir puede reemplazar datos existentes. Distinguir crear, sobrescribir y anexar.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C221B-332A-4862-B40A-ED65C2BD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with open("salida.txt", "w", encoding="utf-8") as archivo:</a:t>
            </a:r>
          </a:p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archivo.write("Total: 12\n")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321E9-3505-41B4-8D92-6292959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El modo w trunca, a agrega y x falla si el archivo ya existe.</a:t>
            </a:r>
          </a:p>
        </p:txBody>
      </p:sp>
    </p:spTree>
    <p:extLst>
      <p:ext uri="{BB962C8B-B14F-4D97-AF65-F5344CB8AC3E}">
        <p14:creationId xmlns:p14="http://schemas.microsoft.com/office/powerpoint/2010/main" val="1729324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6430-0537-44EA-BE52-B3E4447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9AB5C-B979-4433-971D-288246D3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Validación de registros y errores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63CED-F45F-4C6C-92D4-182DB40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09FA8-D5C3-4E14-9A94-D6AD5D3B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D419F-CFF5-4289-AA11-AD51D212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D99AC-2B0F-4427-BEAF-C378F543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Separar errores del sistema de errores del contenido. Un archivo inexistente no equivale a un archivo vacío; una línea inválida no equivale a cero.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D308F-629E-439E-8675-5F20C09E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try: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valor = int("dato")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except ValueError: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print("Línea inválida")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DC7A5-2326-469E-98B1-EF0E385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Capturar FileNotFoundError u OSError donde se pueda responder.</a:t>
            </a:r>
          </a:p>
        </p:txBody>
      </p:sp>
    </p:spTree>
    <p:extLst>
      <p:ext uri="{BB962C8B-B14F-4D97-AF65-F5344CB8AC3E}">
        <p14:creationId xmlns:p14="http://schemas.microsoft.com/office/powerpoint/2010/main" val="1057532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C479C-3410-4501-8F82-21EC7ED8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69FB-9EC2-4446-B540-E4AE88CA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9E5DB-C84F-4E13-A85A-0A34C473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B4C7-FB7E-4270-85BE-D39AB5B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4C344-7E2D-4D76-98FF-6EE87D99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38E3A-F8EA-4E48-AA51-D1BCC0A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1B6F4-9757-489F-9DB5-A84670F9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A5636-792A-44BE-B765-2762817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1924D-4D3A-4AFB-90BD-8541E70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F1D92-FBE8-4BAD-93AE-2EAAB07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13926-69C1-4022-B244-B3C19DC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C943E-69E7-4987-BD14-2F4BDDC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Lectura y cierre de recursos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23932-F212-46CD-94CF-15552EA4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45FB1-C092-4D92-8D80-5AF643C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21493-C184-496B-93EE-30662331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A6C82-9F84-44A5-B866-4361EA7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Total: 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E7F03-77E7-42D4-9259-2285441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1046677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7CA26-80DF-44A2-96F7-0AC9465E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40013-522B-4F5B-ADC9-6CAABC5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32D7E-F118-4544-B668-3986C35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11EA8-2119-48C4-8F53-B8E4BB93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4EE2-D77B-4D1D-95F9-D15AA826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82ED1-15A2-4616-A154-9F7CBA88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pathlib import Path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from tempfile import TemporaryDirectory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with TemporaryDirectory() as carpeta: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ruta = Path(carpeta) / "mediciones.txt"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ruta.write_text("12\n8\n15\n", encoding="utf-8")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total = 0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with ruta.open(encoding="utf-8") as archivo: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for linea in archivo: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        total += int(linea.strip())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print(f"Total: {total}")</a:t>
            </a:r>
          </a:p>
        </p:txBody>
      </p:sp>
    </p:spTree>
    <p:extLst>
      <p:ext uri="{BB962C8B-B14F-4D97-AF65-F5344CB8AC3E}">
        <p14:creationId xmlns:p14="http://schemas.microsoft.com/office/powerpoint/2010/main" val="1576209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35C1E-546D-4313-B604-3A98254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FD7F-8C00-4EFE-89B4-F51A6548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AB80-AC78-453D-9F53-68694B09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61CA9-8814-4297-A7C1-3F1754D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65AE6-3721-41FA-8791-A313D1F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3910B-6C59-4610-9EEE-09D3596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Total: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3C93-4F5F-456B-A8DE-8469F73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479722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B35DF-6121-447B-A8B8-CB314F68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A87AD-F4E8-46D4-B612-BDD941D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Ejercicio práctico · Contar líneas no vacías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284EC-7E74-4D6E-B783-D6DF57D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7BE1F-1F5B-4315-8246-1813E91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29E75-D7AA-4B6D-AED3-EB89C05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D0E96-B7BE-45D1-81DB-B243D00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Contar líneas con texto en “a”, vacía y “b”. Ignorar espacios externos.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38432-A993-410A-93DB-0423CBDD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de comprobación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FBEE4-E888-479F-A749-476BDE3A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8904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D6E7F-6A2B-4E2E-AB60-E590F18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7C335-4441-4C68-853A-057A76C2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PC3.11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88D93-2D06-41BD-BD8B-D199620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33AE2-EABB-4682-AF68-C2E9E8F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CF298-EFDC-49FE-B8CE-1B12D4F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4BEA5-B447-41E1-804B-846FE0D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Leer un archivo UTF-8 con un entero por línea. Ignorar líneas vacías, aceptar valores de 0 a 100 y registrar número de línea y causa de cada rechazo. Escribir un informe nuevo con cantidad válida y promedio; usar “Sin datos” cuando no haya valores válidos. Conservar el archivo de entrada y gestionar archivo inexistente.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47688-78F4-4684-89E7-6A0CFB80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2141559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E5C83-DAA1-4EFB-AC57-3F0F767C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0A4A-DE14-46CF-8E3E-9988B3B1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PC3.11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5CAD1-A32C-4159-96FE-427E8A6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282BF-2546-4BDD-AC99-425054E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47A6-0442-4796-976B-AB87370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61F1A-3E99-49E2-A971-3A3D963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10</a:t>
            </a:r>
          </a:p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A79C4-B9B8-48F2-A5B9-B21074A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promedio 15.00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B07E2-BBF8-4CFC-AACF-3542A3E9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abc</a:t>
            </a:r>
          </a:p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120</a:t>
            </a:r>
          </a:p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289CC-6BF1-449C-9A3C-69CCCD6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rechazos en líneas 1 y 2; promedio 5.00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60730-20E3-4303-AFBE-43826B6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archivo vacío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41F8E-07CB-4265-8DAE-0ECC0F1E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Sin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9D4BA-D09B-490D-A2B1-C49AA5C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624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ruta inexistente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C1250-D1D7-43DE-8773-ABB2DF26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mensaje de archivo no encontrado</a:t>
            </a:r>
          </a:p>
        </p:txBody>
      </p:sp>
    </p:spTree>
    <p:extLst>
      <p:ext uri="{BB962C8B-B14F-4D97-AF65-F5344CB8AC3E}">
        <p14:creationId xmlns:p14="http://schemas.microsoft.com/office/powerpoint/2010/main" val="1366502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B2EB7-2157-44E7-8294-B07F2CF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A6415-7591-40A2-8EEF-C504FDAA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EB564-51EF-4BB7-88D0-0947D38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106B-6D4D-421C-8DF6-EFEC5A9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3.11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191DA-AB2F-4501-9196-B7125EAA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88559-16FE-4B4C-8612-567DCB64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08794-5F15-4BFF-BCC8-E67DD1CB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Fijar ruta, codificación y formato.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CE8D5-978D-4639-8B8D-263C387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25FA8-1A2C-41A7-9EC2-FC0A8FC6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Cerrar recursos incluso ante errores.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A2F6F-CC1E-408E-81A7-C003DF1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DA3D2-7250-41C3-B619-7E1E4AC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Distinguir dato inválido de fallo de archivo.</a:t>
            </a:r>
          </a:p>
        </p:txBody>
      </p:sp>
    </p:spTree>
    <p:extLst>
      <p:ext uri="{BB962C8B-B14F-4D97-AF65-F5344CB8AC3E}">
        <p14:creationId xmlns:p14="http://schemas.microsoft.com/office/powerpoint/2010/main" val="243964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2026-09-25T21:16:13.9540000Z</dcterms:created>
  <dcterms:modified xsi:type="dcterms:W3CDTF">2026-09-25T21:16:13.9540000Z</dcterms:modified>
</coreProperties>
</file>