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806859315b4817" /><Relationship Type="http://schemas.openxmlformats.org/officeDocument/2006/relationships/extended-properties" Target="/docProps/app.xml" Id="Redac5967252e447c" /><Relationship Type="http://schemas.openxmlformats.org/officeDocument/2006/relationships/officeDocument" Target="/ppt/presentation.xml" Id="R02c0f6a4967b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2a41fadc734981"/>
  </p:sldMasterIdLst>
  <p:notesMasterIdLst>
    <p:notesMasterId xmlns:r="http://schemas.openxmlformats.org/officeDocument/2006/relationships" r:id="R404b22375b2d4980"/>
  </p:notesMasterIdLst>
  <p:sldIdLst>
    <p:sldId xmlns:r="http://schemas.openxmlformats.org/officeDocument/2006/relationships" id="256" r:id="Rac427937cbba4118"/>
    <p:sldId xmlns:r="http://schemas.openxmlformats.org/officeDocument/2006/relationships" id="257" r:id="Re1b0233532664e50"/>
    <p:sldId xmlns:r="http://schemas.openxmlformats.org/officeDocument/2006/relationships" id="258" r:id="R91c05b2c4e4d437c"/>
    <p:sldId xmlns:r="http://schemas.openxmlformats.org/officeDocument/2006/relationships" id="259" r:id="Rac78685b69ae4553"/>
    <p:sldId xmlns:r="http://schemas.openxmlformats.org/officeDocument/2006/relationships" id="260" r:id="R6915b39224be4f94"/>
    <p:sldId xmlns:r="http://schemas.openxmlformats.org/officeDocument/2006/relationships" id="261" r:id="Rea7bcaea81824d92"/>
    <p:sldId xmlns:r="http://schemas.openxmlformats.org/officeDocument/2006/relationships" id="262" r:id="Rf625d71251cc41eb"/>
    <p:sldId xmlns:r="http://schemas.openxmlformats.org/officeDocument/2006/relationships" id="263" r:id="Rda5f2353ba8342a0"/>
    <p:sldId xmlns:r="http://schemas.openxmlformats.org/officeDocument/2006/relationships" id="264" r:id="R20c41ce40e384463"/>
    <p:sldId xmlns:r="http://schemas.openxmlformats.org/officeDocument/2006/relationships" id="265" r:id="Ra813cca15de942c1"/>
    <p:sldId xmlns:r="http://schemas.openxmlformats.org/officeDocument/2006/relationships" id="266" r:id="R9e49eba5a49a46ea"/>
    <p:sldId xmlns:r="http://schemas.openxmlformats.org/officeDocument/2006/relationships" id="267" r:id="R69c3f36a1f5e4a52"/>
    <p:sldId xmlns:r="http://schemas.openxmlformats.org/officeDocument/2006/relationships" id="268" r:id="Re9fcc4726e3c4e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899d941eb4c1e" /><Relationship Type="http://schemas.openxmlformats.org/officeDocument/2006/relationships/slideMaster" Target="/ppt/slideMasters/slideMaster1.xml" Id="R3f2a41fadc734981" /><Relationship Type="http://schemas.openxmlformats.org/officeDocument/2006/relationships/notesMaster" Target="/ppt/notesMasters/notesMaster1.xml" Id="R404b22375b2d4980" /><Relationship Type="http://schemas.openxmlformats.org/officeDocument/2006/relationships/presProps" Target="/ppt/presProps.xml" Id="R0680e8e9699d478b" /><Relationship Type="http://schemas.openxmlformats.org/officeDocument/2006/relationships/tableStyles" Target="/ppt/tableStyles.xml" Id="R4d83156de6ff492d" /><Relationship Type="http://schemas.openxmlformats.org/officeDocument/2006/relationships/slide" Target="/ppt/slides/slide1.xml" Id="Rac427937cbba4118" /><Relationship Type="http://schemas.openxmlformats.org/officeDocument/2006/relationships/slide" Target="/ppt/slides/slide2.xml" Id="Re1b0233532664e50" /><Relationship Type="http://schemas.openxmlformats.org/officeDocument/2006/relationships/slide" Target="/ppt/slides/slide3.xml" Id="R91c05b2c4e4d437c" /><Relationship Type="http://schemas.openxmlformats.org/officeDocument/2006/relationships/slide" Target="/ppt/slides/slide4.xml" Id="Rac78685b69ae4553" /><Relationship Type="http://schemas.openxmlformats.org/officeDocument/2006/relationships/slide" Target="/ppt/slides/slide5.xml" Id="R6915b39224be4f94" /><Relationship Type="http://schemas.openxmlformats.org/officeDocument/2006/relationships/slide" Target="/ppt/slides/slide6.xml" Id="Rea7bcaea81824d92" /><Relationship Type="http://schemas.openxmlformats.org/officeDocument/2006/relationships/slide" Target="/ppt/slides/slide7.xml" Id="Rf625d71251cc41eb" /><Relationship Type="http://schemas.openxmlformats.org/officeDocument/2006/relationships/slide" Target="/ppt/slides/slide8.xml" Id="Rda5f2353ba8342a0" /><Relationship Type="http://schemas.openxmlformats.org/officeDocument/2006/relationships/slide" Target="/ppt/slides/slide9.xml" Id="R20c41ce40e384463" /><Relationship Type="http://schemas.openxmlformats.org/officeDocument/2006/relationships/slide" Target="/ppt/slides/slide10.xml" Id="Ra813cca15de942c1" /><Relationship Type="http://schemas.openxmlformats.org/officeDocument/2006/relationships/slide" Target="/ppt/slides/slide11.xml" Id="R9e49eba5a49a46ea" /><Relationship Type="http://schemas.openxmlformats.org/officeDocument/2006/relationships/slide" Target="/ppt/slides/slide12.xml" Id="R69c3f36a1f5e4a52" /><Relationship Type="http://schemas.openxmlformats.org/officeDocument/2006/relationships/slide" Target="/ppt/slides/slide13.xml" Id="Re9fcc4726e3c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02ce35b20049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f556a6ef23481b" /><Relationship Type="http://schemas.openxmlformats.org/officeDocument/2006/relationships/notesMaster" Target="/ppt/notesMasters/notesMaster1.xml" Id="R2cb649ee98dc4d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a654eb16814326" /><Relationship Type="http://schemas.openxmlformats.org/officeDocument/2006/relationships/notesMaster" Target="/ppt/notesMasters/notesMaster1.xml" Id="R6f2e414392c24a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419f1c853143f2" /><Relationship Type="http://schemas.openxmlformats.org/officeDocument/2006/relationships/notesMaster" Target="/ppt/notesMasters/notesMaster1.xml" Id="R7da6a268a8d94c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0317a78a694030" /><Relationship Type="http://schemas.openxmlformats.org/officeDocument/2006/relationships/notesMaster" Target="/ppt/notesMasters/notesMaster1.xml" Id="Rf006d13766594e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de054dfdaa4142" /><Relationship Type="http://schemas.openxmlformats.org/officeDocument/2006/relationships/notesMaster" Target="/ppt/notesMasters/notesMaster1.xml" Id="R70631d0153b949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c59fb37cde47ac" /><Relationship Type="http://schemas.openxmlformats.org/officeDocument/2006/relationships/notesMaster" Target="/ppt/notesMasters/notesMaster1.xml" Id="R0a1f9281ac8240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336939f68b4453" /><Relationship Type="http://schemas.openxmlformats.org/officeDocument/2006/relationships/notesMaster" Target="/ppt/notesMasters/notesMaster1.xml" Id="Rce42b038dc0d49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cd3ae341b944f7" /><Relationship Type="http://schemas.openxmlformats.org/officeDocument/2006/relationships/notesMaster" Target="/ppt/notesMasters/notesMaster1.xml" Id="R9cbdc524571b4a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050755e5bd4d2f" /><Relationship Type="http://schemas.openxmlformats.org/officeDocument/2006/relationships/notesMaster" Target="/ppt/notesMasters/notesMaster1.xml" Id="R4a6fba28bb9f43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63a6db9ca442b4" /><Relationship Type="http://schemas.openxmlformats.org/officeDocument/2006/relationships/notesMaster" Target="/ppt/notesMasters/notesMaster1.xml" Id="R7380b14691ae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b759eb90d04ed7" /><Relationship Type="http://schemas.openxmlformats.org/officeDocument/2006/relationships/notesMaster" Target="/ppt/notesMasters/notesMaster1.xml" Id="R8c9ff8d69aa84e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8365bc7f01449c" /><Relationship Type="http://schemas.openxmlformats.org/officeDocument/2006/relationships/notesMaster" Target="/ppt/notesMasters/notesMaster1.xml" Id="Rf9eb709bfbfa4d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85a60b62b04d7c" /><Relationship Type="http://schemas.openxmlformats.org/officeDocument/2006/relationships/notesMaster" Target="/ppt/notesMasters/notesMaster1.xml" Id="R721e7dcc959a49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por valor basta para consultar elementos. Recorrer por posición es útil cuando se necesita relacionar índices o actualizar lugares concretos. Mantener la colección estable durante una lectura simplifica el razonamiento. Si se elimina un elemento durante un recorrido por índice, el siguiente puede desplazarse y quedar sin visitar.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for valor in datos y enumerate(datos) cuando se necesita índice y valor. Evitar range(len(datos)) si no se usa realmente la posición. Para eliminar por criterio, construir una lista nueva.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búsqueda lineal compara elementos hasta encontrar una coincidencia o agotar los datos. Definir si se necesita primera posición, todas las posiciones o solo existencia. Usar -1 como ausencia es una convención válida si los índices aceptados son no negativos. Para todas las coincidencias, no detenerse tras la primera.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Implementar primero el ciclo y después contrastar con in o index. index lanza ValueError cuando no encuentra el elemento; no equivale directamente a devolver -1. break termina la búsqueda de la primera coincidencia.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Filtrar conserva solo los elementos que cumplen una condición. Transformar produce un resultado por cada elemento. Una combinación puede cambiar tanto contenido como cantidad. Establecer si se conservan orden y duplicados. No usar un conjunto para eliminar duplicados cuando el contrato también exige conservar el primer orden sin una estrategia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Construir resultado=[] y agregar según condición. Luego comparar con una comprensión de lista sencilla. Una comprensión con demasiadas condiciones puede dificultar explicar la regla; mantener el ciclo explícito cuando el proceso tenga varias fases.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Reducir combina una secuencia en un resumen: suma, máximo, cantidad o condición global. Para “alguno” basta una coincidencia; para “todos” basta un contraejemplo para refutar. Definir el caso vacío de acuerdo con la lógica y el dominio. Comparar invariantes antes y después de cada iteración ayuda a detectar acumuladores reiniciados o resultados incompletos.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any([]) es False y all([]) es True. Explicar la verdad vacía antes de usar all para validar un archivo vacío. No llamar a una función de impresión esperando una lista para la siguiente fase.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 en python/ejemplos/demo.py. Revisar un conjunto de consumos permite practicar búsqueda, filtrado, transformación y reducción. Cada patrón produce un tipo de resultado diferente y requiere un estado distinto.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72b4d1a5a45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9cc6363b4468f" /><Relationship Type="http://schemas.openxmlformats.org/officeDocument/2006/relationships/slideLayout" Target="/ppt/slideLayouts/slideLayout1.xml" Id="R5fc0c3741a9843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c0c3741a9843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5715c05f444a5" /><Relationship Type="http://schemas.openxmlformats.org/officeDocument/2006/relationships/image" Target="/ppt/media/image.png" Id="R31e5c3b427ee4fdc" /><Relationship Type="http://schemas.openxmlformats.org/officeDocument/2006/relationships/notesSlide" Target="/ppt/notesSlides/notesSlide1.xml" Id="Rb03874b3376b48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d534c1e564fef" /><Relationship Type="http://schemas.openxmlformats.org/officeDocument/2006/relationships/notesSlide" Target="/ppt/notesSlides/notesSlide2.xml" Id="R0fe7007c4ba947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94728d6b34bcc" /><Relationship Type="http://schemas.openxmlformats.org/officeDocument/2006/relationships/notesSlide" Target="/ppt/notesSlides/notesSlide3.xml" Id="R1f5e8016cd5b4d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09707141f40bb" /><Relationship Type="http://schemas.openxmlformats.org/officeDocument/2006/relationships/notesSlide" Target="/ppt/notesSlides/notesSlide4.xml" Id="R0db7470176ca40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5d4ea95834a02" /><Relationship Type="http://schemas.openxmlformats.org/officeDocument/2006/relationships/notesSlide" Target="/ppt/notesSlides/notesSlide5.xml" Id="R39bd33354b214f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c11dd61264a47" /><Relationship Type="http://schemas.openxmlformats.org/officeDocument/2006/relationships/notesSlide" Target="/ppt/notesSlides/notesSlide6.xml" Id="R4487e6a80fc744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3716bf5614b4d" /><Relationship Type="http://schemas.openxmlformats.org/officeDocument/2006/relationships/notesSlide" Target="/ppt/notesSlides/notesSlide7.xml" Id="R493a40e610c64a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5a6b899674502" /><Relationship Type="http://schemas.openxmlformats.org/officeDocument/2006/relationships/notesSlide" Target="/ppt/notesSlides/notesSlide8.xml" Id="R4af8b02ce0a045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c5517f4df4629" /><Relationship Type="http://schemas.openxmlformats.org/officeDocument/2006/relationships/notesSlide" Target="/ppt/notesSlides/notesSlide9.xml" Id="R0ff67aa3e3ae4b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a6866d10e457e" /><Relationship Type="http://schemas.openxmlformats.org/officeDocument/2006/relationships/notesSlide" Target="/ppt/notesSlides/notesSlide10.xml" Id="Rb9c41683e75744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fe37b585f4542" /><Relationship Type="http://schemas.openxmlformats.org/officeDocument/2006/relationships/notesSlide" Target="/ppt/notesSlides/notesSlide11.xml" Id="R3283ceed2e0b4c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3973cc1834c0c" /><Relationship Type="http://schemas.openxmlformats.org/officeDocument/2006/relationships/notesSlide" Target="/ppt/notesSlides/notesSlide12.xml" Id="R63f246cdd98a4f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f4f53138e4985" /><Relationship Type="http://schemas.openxmlformats.org/officeDocument/2006/relationships/notesSlide" Target="/ppt/notesSlides/notesSlide13.xml" Id="R0ea317f6c7214c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5c3b427ee4fdc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89885-8AF0-41B8-8891-87102C74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7C722-B20E-4A74-A048-37B56DD3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Recorridos, búsqueda y transformación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9B00C-1B52-433D-9962-112FA310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4DB5A-042B-4CCA-9A4D-FCE1E59B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3 · 3.08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15A57-A785-4219-9069-5A4823ED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282193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6B00B-48F9-43E4-829A-DA4DFCAC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62B6B-0716-40C1-AD62-90350092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CED96-3C5A-4D13-9528-8A8315DE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31991-539B-47C1-8027-81B1F50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1A30C-53E4-4731-8BBA-69F88033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872D7-B763-4C16-AC46-77C7ACB0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Revisar un conjunto de consumos permite practicar búsqueda, filtrado, transformación y reducción. Cada patrón produce un tipo de resultado diferente y requiere un estado distinto.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99D5C-68E8-43AF-B3D2-753C8629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Anticipar entradas, reglas y salida antes de ejecutar.</a:t>
            </a:r>
          </a:p>
        </p:txBody>
      </p:sp>
    </p:spTree>
    <p:extLst>
      <p:ext uri="{BB962C8B-B14F-4D97-AF65-F5344CB8AC3E}">
        <p14:creationId xmlns:p14="http://schemas.microsoft.com/office/powerpoint/2010/main" val="1999489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C10C0-50F2-41CD-A680-A58C9D61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A2741-E623-4A92-AD0D-0E1C849E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Recorrido por valor y por 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9854B-1BC8-43FA-8D75-DEA8BB8E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0F0AD-DDC6-4F8F-8EF3-7E39EE76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53D2B-30B1-4697-B751-78E4A8EF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77DC3-CF4E-40FB-9DEA-356C7459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Recorrer por valor basta para consultar elementos. Recorrer por posición es útil cuando se necesita relacionar índices o actualizar lugares concretos.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4CDB1-BBEC-4CFA-85E3-4A98695E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8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608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for indice, valor in enumerate([4, 7]):</a:t>
            </a:r>
          </a:p>
          <a:p xmlns:a="http://schemas.openxmlformats.org/drawingml/2006/main">
            <a:pPr>
              <a:defRPr sz="1608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608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print(indice, valor)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E99F9-0C65-454F-9BA3-FB3B1369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Usar for valor in datos y enumerate(datos) cuando se necesita índice y valor.</a:t>
            </a:r>
          </a:p>
        </p:txBody>
      </p:sp>
    </p:spTree>
    <p:extLst>
      <p:ext uri="{BB962C8B-B14F-4D97-AF65-F5344CB8AC3E}">
        <p14:creationId xmlns:p14="http://schemas.microsoft.com/office/powerpoint/2010/main" val="769528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505EF-4750-46C1-86D4-1215DAAC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88EC0-9650-4C6E-B10A-F04D3642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Búsqueda y terminación temprana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5A03E-29ED-407A-B3DA-805B2C4E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735FF-1EFD-4487-A709-BB0FF5BA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A09CC-29FA-42C1-8A9B-F68B95D3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E6B53-59B3-4C22-99A9-BD3F4347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búsqueda lineal compara elementos hasta encontrar una coincidencia o agotar los datos. Definir si se necesita primera posición, todas las posiciones o solo existencia.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EED18-629B-4DF2-A2E4-E76C1880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posicion = -1</a:t>
            </a:r>
          </a:p>
          <a:p xmlns:a="http://schemas.openxmlformats.org/drawingml/2006/main">
            <a:pPr>
              <a:def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for i, valor in enumerate([4, 7, 4]):</a:t>
            </a:r>
          </a:p>
          <a:p xmlns:a="http://schemas.openxmlformats.org/drawingml/2006/main">
            <a:pPr>
              <a:def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if valor == 7:</a:t>
            </a:r>
          </a:p>
          <a:p xmlns:a="http://schemas.openxmlformats.org/drawingml/2006/main">
            <a:pPr>
              <a:def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posicion = i</a:t>
            </a:r>
          </a:p>
          <a:p xmlns:a="http://schemas.openxmlformats.org/drawingml/2006/main">
            <a:pPr>
              <a:def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69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break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612EC-2F54-4633-8DF2-E77661DA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Implementar primero el ciclo y después contrastar con in o index.</a:t>
            </a:r>
          </a:p>
        </p:txBody>
      </p:sp>
    </p:spTree>
    <p:extLst>
      <p:ext uri="{BB962C8B-B14F-4D97-AF65-F5344CB8AC3E}">
        <p14:creationId xmlns:p14="http://schemas.microsoft.com/office/powerpoint/2010/main" val="106520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10998-AA9C-4991-A434-DB7C048D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5E6ED-154F-478F-B9E7-11E00DEF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Filtrar y transformar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02ACD-13CA-4D7F-BB5D-AC1C0C2F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5A3E7-A030-4FCE-B8B7-4DCB2542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7D73E-DBE6-4C0C-8F3D-8D4CADB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EF5FA-898D-4D89-B447-EDE4F8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Filtrar conserva solo los elementos que cumplen una condición. Transformar produce un resultado por cada elemento.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F69B5-CA5D-4D0F-9CB3-19063581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resultado = []</a:t>
            </a:r>
          </a:p>
          <a:p xmlns:a="http://schemas.openxmlformats.org/drawingml/2006/main">
            <a:pPr>
              <a:def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for valor in [2, -1, 3]:</a:t>
            </a:r>
          </a:p>
          <a:p xmlns:a="http://schemas.openxmlformats.org/drawingml/2006/main">
            <a:pPr>
              <a:def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if valor &gt;= 0:</a:t>
            </a:r>
          </a:p>
          <a:p xmlns:a="http://schemas.openxmlformats.org/drawingml/2006/main">
            <a:pPr>
              <a:def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792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resultado.append(valor * 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64379-EC62-4741-B580-FDB1B56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Construir resultado=[] y agregar según condición.</a:t>
            </a:r>
          </a:p>
        </p:txBody>
      </p:sp>
    </p:spTree>
    <p:extLst>
      <p:ext uri="{BB962C8B-B14F-4D97-AF65-F5344CB8AC3E}">
        <p14:creationId xmlns:p14="http://schemas.microsoft.com/office/powerpoint/2010/main" val="1420869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462DC-8333-4B49-8D82-662E5BB2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0228E-3D1A-42BA-9067-260EBFB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Reducir y comprobar invariantes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89875-5FCE-4A59-8CAB-FE09F3A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F51F7-2B8D-4607-BA26-CC0A1C64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1E8FD-3846-4F95-BE13-815ECB37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286FA-53DD-4723-9540-99202438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Reducir combina una secuencia en un resumen: suma, máximo, cantidad o condición global. Para “alguno” basta una coincidencia; para “todos” basta un contraejemplo para refutar.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7FA7E-95F5-4583-B87E-E214B676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total = 0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for valor in [2, 3, 4]: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total += valor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print(total)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37CD6-7C2B-47EC-8A80-1AD4EC82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any([]) es False y all([]) es True.</a:t>
            </a:r>
          </a:p>
        </p:txBody>
      </p:sp>
    </p:spTree>
    <p:extLst>
      <p:ext uri="{BB962C8B-B14F-4D97-AF65-F5344CB8AC3E}">
        <p14:creationId xmlns:p14="http://schemas.microsoft.com/office/powerpoint/2010/main" val="1225382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8D1DF-3B62-4BD8-945D-4AF0005D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03138-3B45-4521-8A29-4E064768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Contrato y recorrido de la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45E68-8F14-4BDE-B2DB-62BBE085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E7914-470A-426F-AF48-FEA6B49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CC949-6CCF-4A4D-AF3F-4458DDC9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67C4B-F612-454D-B733-C1B8AB57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90D16-B0C9-4781-B660-9809A6B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3AEFC-7163-4EE1-9F35-5FD5AC56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Datos definidos en el ejemplo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F9C20-22FF-4195-A49F-D88ABCCB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8EB36-807F-49B6-BDEC-FC3B2599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10E45-57B5-4BA6-B3B8-9D61AA97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PROCESO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65D0E-99AE-4363-9F24-490EAFF3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Búsqueda y terminación temprana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6C92F-059E-461E-BC24-D596EC1C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E6C46-9F37-48A6-9967-741FF652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B4198-4C3F-4C95-863D-97F6EC44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35949-8EF5-4DC8-9BA3-E2BBB85A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5 8 5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Suma: 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EA5B1-5C70-4A45-9753-7595F942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Conservar el contrato al cambiar de lenguaje.</a:t>
            </a:r>
          </a:p>
        </p:txBody>
      </p:sp>
    </p:spTree>
    <p:extLst>
      <p:ext uri="{BB962C8B-B14F-4D97-AF65-F5344CB8AC3E}">
        <p14:creationId xmlns:p14="http://schemas.microsoft.com/office/powerpoint/2010/main" val="183297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FB224-45F5-4B57-A8E9-C1CF0D72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E10D3-089E-407C-8B36-A21B06C8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guiada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C2569-DB14-49AE-BD09-212F8859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49B4B-CB72-4126-B354-6608452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6C8D1-9C15-45F3-878C-2993DF9A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3C577-152C-4670-B4B9-5EF8D094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5727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 filtrar_positivos(datos):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resultado = []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for valor in datos: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if valor &gt; 0: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    resultado.append(valor)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return resultado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datos = [-2, 5, 0, 8, 5]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resultado = filtrar_positivos(datos)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print(" ".join(str(x) for x in resultado))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print(f"Suma: {sum(resultado)}")</a:t>
            </a:r>
          </a:p>
        </p:txBody>
      </p:sp>
    </p:spTree>
    <p:extLst>
      <p:ext uri="{BB962C8B-B14F-4D97-AF65-F5344CB8AC3E}">
        <p14:creationId xmlns:p14="http://schemas.microsoft.com/office/powerpoint/2010/main" val="1378772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754B7-6AEB-482D-B6D4-D70A62FE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15672-76C7-4FBA-877D-BF13E62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esperado y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6C6E8-0C57-4CB9-B543-1C7C4CD0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20871-5F9C-46D9-8658-8E74EC7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3512A-B3C1-4926-8DF3-08220623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10FC1-1B3C-4CD6-8E11-3CADFB1F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38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5 8 5</a:t>
            </a:r>
          </a:p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Suma: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27953-D6E4-468A-977B-9F82B07B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714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con los datos indicados.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Relacionar cada línea con una instrucción.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Cambiar un dato y anticipar la nueva salida.</a:t>
            </a:r>
          </a:p>
        </p:txBody>
      </p:sp>
    </p:spTree>
    <p:extLst>
      <p:ext uri="{BB962C8B-B14F-4D97-AF65-F5344CB8AC3E}">
        <p14:creationId xmlns:p14="http://schemas.microsoft.com/office/powerpoint/2010/main" val="1528785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440A6-C65B-4093-8723-97CA23AC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16666-8B0A-47B9-BE09-3BEAF655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Ejercicio práctico · Primera 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3F466-C0DE-487C-9819-3AE8E940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C2889-9921-417B-9818-3CE47977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36FF2-6D8A-493F-8CFD-583B7DFD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23A3F-ECB9-4EB7-BB26-44D4F826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Retornar primera posición de 7 en [4,7,7], o -1 si no existe.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0EDC5-E949-4FA2-88C2-3484D189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de comprobación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90A4E-90A5-44A5-9727-B15253C1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684927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2FDAF-FA88-4F64-AF28-5940D461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21B99-0A3B-466D-A259-C3A17158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PC3.08 · Problema y restricciones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41EFF-AFEF-4E80-AA8E-4FA0B053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F598B-98CB-4ECA-9906-1DCD9376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AF344-FB52-48ED-B552-F2727707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519A8-F881-4CA4-9EFB-E1436E53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7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seleccionar_palabras(datos, minimo): devolver palabras cuya longitud sea al menos minimo y que contengan una vocal ASCII. Conservar orden, duplicados y lista original. Ignorar diferencias de mayúsculas al buscar vocales. Rechazar minimo negativo. Agregar una función que retorne la suma de longitudes seleccionadas.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F31D1-4678-4978-8326-95A9ACE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Resolver de forma autónoma y registrar evidencia real.</a:t>
            </a:r>
          </a:p>
        </p:txBody>
      </p:sp>
    </p:spTree>
    <p:extLst>
      <p:ext uri="{BB962C8B-B14F-4D97-AF65-F5344CB8AC3E}">
        <p14:creationId xmlns:p14="http://schemas.microsoft.com/office/powerpoint/2010/main" val="5726179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92E53-F17B-4BB3-9133-219C42E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2B3BD-BF57-496C-BE0D-5F65E79C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PC3.08 · 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4FF7B-279B-421F-9C65-A25A6D7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77BF5-B299-459F-9190-1EA0AC7C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6AFA1-91C6-4778-BC6E-F7EFF170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0BE8B-77D7-4869-8C0E-B3BC2D7A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["SOL", "rhythm", "luz", "a"],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B1898-6A2C-47A9-B289-C67C178F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192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["SOL", "luz"]; suma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1B187-DC8F-4C3A-969A-95EC1E6F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[],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F1B37-9D8B-4439-8B0D-7DD92FE7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0032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[]; suma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300A2-0A2C-4640-B275-65F7DFA8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["sol", "sol"],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8B1A7-5236-4394-A448-CE3110F8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8140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conservar ambas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2D19F-EA47-4EEF-9B9C-1123DAF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minimo=-1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43DCE-8F4D-47F5-BAA9-021D225C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error de argumento</a:t>
            </a:r>
          </a:p>
        </p:txBody>
      </p:sp>
    </p:spTree>
    <p:extLst>
      <p:ext uri="{BB962C8B-B14F-4D97-AF65-F5344CB8AC3E}">
        <p14:creationId xmlns:p14="http://schemas.microsoft.com/office/powerpoint/2010/main" val="11638182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9D179-9F44-4B8A-B8BE-2258A6C0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051F0-101A-47C6-ABD0-C9B633D3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11017-79B5-4DF0-9396-75136417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0ABA0-2EDD-4CC6-BC20-F3426402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839E3-76F1-4993-9B8D-E54B83A4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DA6CA-0DDF-4A62-B6C2-69D19B1A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C54BD-4B02-4E4E-90EF-2A11EAD5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Elegir el patrón según el resultado requerido.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69AC9-6F66-4A65-9E9A-A411934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E150F-DC20-4A89-A925-9FFD3226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Conservar orden y duplicados cuando se exija.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0C0F9-2CE6-41AB-9A95-C8609FD6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4832E-E525-479F-BD88-5F67C176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9100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Probar vacío, ausencia y coincidencias repetidas.</a:t>
            </a:r>
          </a:p>
        </p:txBody>
      </p:sp>
    </p:spTree>
    <p:extLst>
      <p:ext uri="{BB962C8B-B14F-4D97-AF65-F5344CB8AC3E}">
        <p14:creationId xmlns:p14="http://schemas.microsoft.com/office/powerpoint/2010/main" val="1863334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2026-09-25T21:16:04.5560000Z</dcterms:created>
  <dcterms:modified xsi:type="dcterms:W3CDTF">2026-09-25T21:16:04.5560000Z</dcterms:modified>
</coreProperties>
</file>