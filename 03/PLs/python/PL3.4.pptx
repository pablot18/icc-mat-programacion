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14a0081fb74b6b" /><Relationship Type="http://schemas.openxmlformats.org/officeDocument/2006/relationships/extended-properties" Target="/docProps/app.xml" Id="R7209d42888594c05" /><Relationship Type="http://schemas.openxmlformats.org/officeDocument/2006/relationships/officeDocument" Target="/ppt/presentation.xml" Id="R6799f6cb7f1e4e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efae1e748b4325"/>
  </p:sldMasterIdLst>
  <p:notesMasterIdLst>
    <p:notesMasterId xmlns:r="http://schemas.openxmlformats.org/officeDocument/2006/relationships" r:id="R0b388b7eed4a476a"/>
  </p:notesMasterIdLst>
  <p:sldIdLst>
    <p:sldId xmlns:r="http://schemas.openxmlformats.org/officeDocument/2006/relationships" id="256" r:id="Ra2d5ffe74f814fa7"/>
    <p:sldId xmlns:r="http://schemas.openxmlformats.org/officeDocument/2006/relationships" id="257" r:id="R5b8eaac3b7c04c2b"/>
    <p:sldId xmlns:r="http://schemas.openxmlformats.org/officeDocument/2006/relationships" id="258" r:id="R3fb4e3b98afa438e"/>
    <p:sldId xmlns:r="http://schemas.openxmlformats.org/officeDocument/2006/relationships" id="259" r:id="R788cf27b6585470e"/>
    <p:sldId xmlns:r="http://schemas.openxmlformats.org/officeDocument/2006/relationships" id="260" r:id="R6ff2bdaf9e534702"/>
    <p:sldId xmlns:r="http://schemas.openxmlformats.org/officeDocument/2006/relationships" id="261" r:id="R17ed2b5f5fc849dd"/>
    <p:sldId xmlns:r="http://schemas.openxmlformats.org/officeDocument/2006/relationships" id="262" r:id="R7315189dfb874293"/>
    <p:sldId xmlns:r="http://schemas.openxmlformats.org/officeDocument/2006/relationships" id="263" r:id="R30721a4cfb2b4788"/>
    <p:sldId xmlns:r="http://schemas.openxmlformats.org/officeDocument/2006/relationships" id="264" r:id="Rffd88b58eee849eb"/>
    <p:sldId xmlns:r="http://schemas.openxmlformats.org/officeDocument/2006/relationships" id="265" r:id="R07b2615337774393"/>
    <p:sldId xmlns:r="http://schemas.openxmlformats.org/officeDocument/2006/relationships" id="266" r:id="Rf065a4164d3d44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725e7e9b0147fc" /><Relationship Type="http://schemas.openxmlformats.org/officeDocument/2006/relationships/slideMaster" Target="/ppt/slideMasters/slideMaster1.xml" Id="Rb0efae1e748b4325" /><Relationship Type="http://schemas.openxmlformats.org/officeDocument/2006/relationships/notesMaster" Target="/ppt/notesMasters/notesMaster1.xml" Id="R0b388b7eed4a476a" /><Relationship Type="http://schemas.openxmlformats.org/officeDocument/2006/relationships/presProps" Target="/ppt/presProps.xml" Id="Re1480ad86b9f47a0" /><Relationship Type="http://schemas.openxmlformats.org/officeDocument/2006/relationships/tableStyles" Target="/ppt/tableStyles.xml" Id="Raeb5b454d3e14e34" /><Relationship Type="http://schemas.openxmlformats.org/officeDocument/2006/relationships/slide" Target="/ppt/slides/slide1.xml" Id="Ra2d5ffe74f814fa7" /><Relationship Type="http://schemas.openxmlformats.org/officeDocument/2006/relationships/slide" Target="/ppt/slides/slide2.xml" Id="R5b8eaac3b7c04c2b" /><Relationship Type="http://schemas.openxmlformats.org/officeDocument/2006/relationships/slide" Target="/ppt/slides/slide3.xml" Id="R3fb4e3b98afa438e" /><Relationship Type="http://schemas.openxmlformats.org/officeDocument/2006/relationships/slide" Target="/ppt/slides/slide4.xml" Id="R788cf27b6585470e" /><Relationship Type="http://schemas.openxmlformats.org/officeDocument/2006/relationships/slide" Target="/ppt/slides/slide5.xml" Id="R6ff2bdaf9e534702" /><Relationship Type="http://schemas.openxmlformats.org/officeDocument/2006/relationships/slide" Target="/ppt/slides/slide6.xml" Id="R17ed2b5f5fc849dd" /><Relationship Type="http://schemas.openxmlformats.org/officeDocument/2006/relationships/slide" Target="/ppt/slides/slide7.xml" Id="R7315189dfb874293" /><Relationship Type="http://schemas.openxmlformats.org/officeDocument/2006/relationships/slide" Target="/ppt/slides/slide8.xml" Id="R30721a4cfb2b4788" /><Relationship Type="http://schemas.openxmlformats.org/officeDocument/2006/relationships/slide" Target="/ppt/slides/slide9.xml" Id="Rffd88b58eee849eb" /><Relationship Type="http://schemas.openxmlformats.org/officeDocument/2006/relationships/slide" Target="/ppt/slides/slide10.xml" Id="R07b2615337774393" /><Relationship Type="http://schemas.openxmlformats.org/officeDocument/2006/relationships/slide" Target="/ppt/slides/slide11.xml" Id="Rf065a4164d3d44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fcc63953da4d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7a9936b7004f2c" /><Relationship Type="http://schemas.openxmlformats.org/officeDocument/2006/relationships/notesMaster" Target="/ppt/notesMasters/notesMaster1.xml" Id="Ra68099b6e7cd43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17c2099b294676" /><Relationship Type="http://schemas.openxmlformats.org/officeDocument/2006/relationships/notesMaster" Target="/ppt/notesMasters/notesMaster1.xml" Id="Rbcef13b2e2d34d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bf295a1b284d5f" /><Relationship Type="http://schemas.openxmlformats.org/officeDocument/2006/relationships/notesMaster" Target="/ppt/notesMasters/notesMaster1.xml" Id="Ra6aeaed8232340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ac9e498d5740fc" /><Relationship Type="http://schemas.openxmlformats.org/officeDocument/2006/relationships/notesMaster" Target="/ppt/notesMasters/notesMaster1.xml" Id="R5d649cff7bad4d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c5e9ce853240ee" /><Relationship Type="http://schemas.openxmlformats.org/officeDocument/2006/relationships/notesMaster" Target="/ppt/notesMasters/notesMaster1.xml" Id="R5281fd384cab42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9af6a2779f4cfd" /><Relationship Type="http://schemas.openxmlformats.org/officeDocument/2006/relationships/notesMaster" Target="/ppt/notesMasters/notesMaster1.xml" Id="Rec30526627694a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75f856d5f44a06" /><Relationship Type="http://schemas.openxmlformats.org/officeDocument/2006/relationships/notesMaster" Target="/ppt/notesMasters/notesMaster1.xml" Id="Rab13e2ba3d6648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c3862f96eb48a2" /><Relationship Type="http://schemas.openxmlformats.org/officeDocument/2006/relationships/notesMaster" Target="/ppt/notesMasters/notesMaster1.xml" Id="Rd3d5436f93b546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3823f9f76e41d0" /><Relationship Type="http://schemas.openxmlformats.org/officeDocument/2006/relationships/notesMaster" Target="/ppt/notesMasters/notesMaster1.xml" Id="R50baa7cef90747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cecd79ed0d4f76" /><Relationship Type="http://schemas.openxmlformats.org/officeDocument/2006/relationships/notesMaster" Target="/ppt/notesMasters/notesMaster1.xml" Id="R53b13381688e40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620e95dcac4fc2" /><Relationship Type="http://schemas.openxmlformats.org/officeDocument/2006/relationships/notesMaster" Target="/ppt/notesMasters/notesMaster1.xml" Id="R906b30f4366441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Correctitud y casos de aceptación. Completo (4): Superar todos los casos acordados, incluidos fronteras y errores, y explicar las salidas. Parcial (2): Resolver los casos normales, pero fallar al menos una frontera o un error. No logrado (0): No obtener resultados válidos en los casos normales.</a:t>
            </a:r>
          </a:p>
          <a:p xmlns:a="http://schemas.openxmlformats.org/drawingml/2006/main">
            <a:r>
              <a:t>Diseño y organización. Completo (2): Separar responsabilidades y respetar contratos, estructuras y restricciones de la guía. Parcial (1): Presentar una solución comprensible con responsabilidades mezcladas o un contrato incompleto. No logrado (0): Omitir el diseño o incumplir la estructura requerida de forma que impida revisarlo.</a:t>
            </a:r>
          </a:p>
          <a:p xmlns:a="http://schemas.openxmlformats.org/drawingml/2006/main">
            <a:r>
              <a:t>Evidencia reproducible. Completo (2): Incluir entradas, resultados reales, comandos, versión y referencias a commits que permitan repetir las pruebas. Parcial (1): Incluir pruebas reales, pero omitir comandos, entradas o identificación del cambio. No logrado (0): No aportar evidencia ejecutable o presentar resultados que no corresponden al programa.</a:t>
            </a:r>
          </a:p>
          <a:p xmlns:a="http://schemas.openxmlformats.org/drawingml/2006/main">
            <a:r>
              <a:t>Defensa técnica. Completo (1): Explicar el flujo y realizar una modificación pequeña con una prueba nueva. Parcial (0.5): Explicar parcialmente el flujo o necesitar ayuda para completar la modificación. No logrado (0): No explicar las decisiones ni relacionarlas con el código presentado.</a:t>
            </a:r>
          </a:p>
          <a:p xmlns:a="http://schemas.openxmlformats.org/drawingml/2006/main">
            <a:r>
              <a:t>Informe y conclusiones. Completo (1): Registrar resultados, limitaciones, conclusiones ligadas a pruebas y una recomendación concreta. Parcial (0.5): Entregar informe con resultados pero conclusiones o recomendaciones genéricas. No logrado (0): Omitir el informe o no relacionarlo con la práctica.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7c105161db43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d42d79fd344eea" /><Relationship Type="http://schemas.openxmlformats.org/officeDocument/2006/relationships/slideLayout" Target="/ppt/slideLayouts/slideLayout1.xml" Id="R9634731a98d44f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34731a98d44f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0c0d438984dce" /><Relationship Type="http://schemas.openxmlformats.org/officeDocument/2006/relationships/image" Target="/ppt/media/image.png" Id="R92692750f25545af" /><Relationship Type="http://schemas.openxmlformats.org/officeDocument/2006/relationships/notesSlide" Target="/ppt/notesSlides/notesSlide1.xml" Id="Rf3888ef5192640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afebd3f554f08" /><Relationship Type="http://schemas.openxmlformats.org/officeDocument/2006/relationships/notesSlide" Target="/ppt/notesSlides/notesSlide2.xml" Id="R3b957011478645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fcbadedab4150" /><Relationship Type="http://schemas.openxmlformats.org/officeDocument/2006/relationships/notesSlide" Target="/ppt/notesSlides/notesSlide3.xml" Id="R667f40f5742846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9248625204e01" /><Relationship Type="http://schemas.openxmlformats.org/officeDocument/2006/relationships/notesSlide" Target="/ppt/notesSlides/notesSlide4.xml" Id="R79205b57b4e342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fdc153d7f4c95" /><Relationship Type="http://schemas.openxmlformats.org/officeDocument/2006/relationships/notesSlide" Target="/ppt/notesSlides/notesSlide5.xml" Id="R2e48a7992cba49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893ef0c3148cb" /><Relationship Type="http://schemas.openxmlformats.org/officeDocument/2006/relationships/notesSlide" Target="/ppt/notesSlides/notesSlide6.xml" Id="Rea8242c548394d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e0983c81347a8" /><Relationship Type="http://schemas.openxmlformats.org/officeDocument/2006/relationships/notesSlide" Target="/ppt/notesSlides/notesSlide7.xml" Id="R02ab231a5fab41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db56a424c460f" /><Relationship Type="http://schemas.openxmlformats.org/officeDocument/2006/relationships/notesSlide" Target="/ppt/notesSlides/notesSlide8.xml" Id="R35af9b6e75e742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4e09eb4c94724" /><Relationship Type="http://schemas.openxmlformats.org/officeDocument/2006/relationships/notesSlide" Target="/ppt/notesSlides/notesSlide9.xml" Id="R747f1f2b620b44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4317e2d964321" /><Relationship Type="http://schemas.openxmlformats.org/officeDocument/2006/relationships/notesSlide" Target="/ppt/notesSlides/notesSlide10.xml" Id="R1c7ff1d3424546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a057473454873" /><Relationship Type="http://schemas.openxmlformats.org/officeDocument/2006/relationships/notesSlide" Target="/ppt/notesSlides/notesSlide11.xml" Id="R9088fe0713ae46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92750f25545af"/>
          <a:stretch xmlns:a="http://schemas.openxmlformats.org/drawingml/2006/main"/>
        </p:blipFill>
        <p:spPr>
          <a:xfrm xmlns:a="http://schemas.openxmlformats.org/drawingml/2006/main">
            <a:off x="609600" y="452158"/>
            <a:ext cx="7239000" cy="119118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C49FC-7DFD-4762-B39E-B43E65F0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03501-2E14-4FE0-A5A8-E229D538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90875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Procesamiento reproducible de archivos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F3EA8-C656-488B-BD67-C03A53F9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379D3-1D68-4C25-8A21-0BB70395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81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Unidad 3 · PL3.4 ·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F654D-C9DC-4E01-9A78-AEE70626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293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7123457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453EF-45BA-4CB0-9EC6-98264B3D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40D83-844F-4F55-8503-1E101BE7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 del laboratorio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CB27D-D6B2-4FDD-A2AC-7C35EE54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0921B-534A-46B1-818B-2CDF5D23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16B80-105A-4218-AB39-46833CE3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BC555-2B21-4918-950F-BFFB40AB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477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Crear una herramienta que lea registros codigo;cantidad desde UTF-8, valide cada línea y genere un reporte en otro archivo. Separar lectura, procesamiento y entrada del programa.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4B625-2951-4A75-B664-77453B7B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Estimación docente: 6 horas · Actividad independiente</a:t>
            </a:r>
          </a:p>
        </p:txBody>
      </p:sp>
    </p:spTree>
    <p:extLst>
      <p:ext uri="{BB962C8B-B14F-4D97-AF65-F5344CB8AC3E}">
        <p14:creationId xmlns:p14="http://schemas.microsoft.com/office/powerpoint/2010/main" val="21137892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3BAA3-ECEE-47D5-B1DB-1E379B03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A31AF-BEA8-4153-B57A-3786447C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Objetivos y 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EAC75-9A02-4C8A-B891-BA3E9FA4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92312-4E71-4059-A178-A2D7FB92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1B64B-3B6F-4A0B-B380-7844F470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C77F9-58D9-4DE2-BF88-8CED4522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1CF00-F62F-4DBC-B397-163A102B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14500"/>
            <a:ext cx="9525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Integrar archivos, funciones, registros y módulos.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BBA34-314A-41B8-AF8C-040B8820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D0695-9EEA-4C17-8AC2-EC33CE13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0"/>
            <a:ext cx="9525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Entregar una ejecución reproducible con diagnóstico de errores.</a:t>
            </a:r>
          </a:p>
        </p:txBody>
      </p:sp>
    </p:spTree>
    <p:extLst>
      <p:ext uri="{BB962C8B-B14F-4D97-AF65-F5344CB8AC3E}">
        <p14:creationId xmlns:p14="http://schemas.microsoft.com/office/powerpoint/2010/main" val="16844628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4D704-DB7D-44D9-974E-D91FEB7F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DE263-E1DC-41E3-B841-895FF7B1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Fases de trabajo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3E33A-0D3D-476F-98C6-F26A60E4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5C88F-35E1-4E2F-8F0F-B204B55A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0317C-B56B-4700-BE0F-FDD7D2ED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69312-1290-4404-ABC8-61AC8FCF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1. Contratos y datos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23A8B-C198-4398-A7E5-B4C153F2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Definir formato y preparar archivos normales, vacíos e inválidos.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2E971-99D2-4669-9A98-E20A8DB0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2. Lectura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8F178-39BE-4AB4-9C6E-8E1EC4B7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291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Gestionar ruta inexistente, UTF-8 y errores de registros con número de línea.</a:t>
            </a:r>
          </a:p>
        </p:txBody>
      </p:sp>
    </p:spTree>
    <p:extLst>
      <p:ext uri="{BB962C8B-B14F-4D97-AF65-F5344CB8AC3E}">
        <p14:creationId xmlns:p14="http://schemas.microsoft.com/office/powerpoint/2010/main" val="16910215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C2E05-11D0-4CDB-B46A-A0EDC527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F58D5-1B7A-4802-9FD7-0CC76C0F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Fases de trabajo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2E679-6E2D-4265-A56F-7E6397F0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10B02-29A1-43D6-9271-83300470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69709-E4B7-4758-A6F6-FDE74E14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AFA94-D835-489D-B967-A99A5526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3. Procesamiento y reporte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90853-41E0-4361-ACF3-EED0BB95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Retornar datos desde utilidades y escribir el informe desde la capa de entrada.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08784-9939-464E-893A-FCDEA1DC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4. Reproducción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86742-90FA-4A90-A59E-A8469BC3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291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Ejecutar desde una copia limpia, registrar versión real y comparar archivos esperados.</a:t>
            </a:r>
          </a:p>
        </p:txBody>
      </p:sp>
    </p:spTree>
    <p:extLst>
      <p:ext uri="{BB962C8B-B14F-4D97-AF65-F5344CB8AC3E}">
        <p14:creationId xmlns:p14="http://schemas.microsoft.com/office/powerpoint/2010/main" val="15737906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A84D8-E000-4B2C-A91E-673F00F2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0F309-E546-4771-ADCA-CB01B7E8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Requisitos de la 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8D569-8DC7-49B5-AF88-C42146B4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C3B56-D647-4CE9-8CFC-B00D7FDD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2A346-6750-4E50-8393-8BD727FB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1BE74-91AF-4C59-B7FB-9E230781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A7750-0ED1-43A7-8D2D-F69A4097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76375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Crear main.py, lectura.py y analisis.py.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92FC4-FD1F-4EAF-8FD4-B775F716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2F675-0A43-47B9-B1C0-16C0C07D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52700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Aceptar códigos no vacíos y cantidades enteras no negativas. No permitir ; dentro del código.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1BA86-38A1-4E2F-BCB7-162C2252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30FB9-6BF5-4392-A391-E6070351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29025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Ignorar líneas vacías y registrar número de línea para rechazos.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66843-2BA7-4664-9BEF-23A2769F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9DE4D-7267-41C8-AE1A-E01FC4DA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05350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Conservar duplicados y orden de registros válidos.</a:t>
            </a:r>
          </a:p>
        </p:txBody>
      </p:sp>
    </p:spTree>
    <p:extLst>
      <p:ext uri="{BB962C8B-B14F-4D97-AF65-F5344CB8AC3E}">
        <p14:creationId xmlns:p14="http://schemas.microsoft.com/office/powerpoint/2010/main" val="16713187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22398-66A8-4222-A794-D91D7C54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D7637-F126-453C-B3C6-65F09E4C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CC978-F7A3-44BE-94AA-D0099160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FB9C9-5937-414D-A6BF-5CC95B05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02189-947C-402B-9F44-238AB859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545F2-6A88-4656-8BE9-DEFDBD5F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A;3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B;5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1C8F1-85A0-4327-98E2-CF55234F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7162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registros 2; suma 8; promedio 4.00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D6288-7A34-4AE3-B5C5-565835C3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A;3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X;abc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B;-1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C;2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9709E-7ABF-4699-8A11-B4239304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1937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rechazos líneas 2 y 3; registros 2; suma 5; promedio 2.50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7B9B0-99E7-405C-8DC8-F9040C34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archivo vacío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0D792-ACE0-4DBC-BC4B-2669E756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6712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Sin datos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1146D-E426-47C2-956D-1D5500E8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ruta inexistente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7AE8D-374F-4A90-928F-2C91DFE5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1487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diagnóstico controlado</a:t>
            </a:r>
          </a:p>
        </p:txBody>
      </p:sp>
    </p:spTree>
    <p:extLst>
      <p:ext uri="{BB962C8B-B14F-4D97-AF65-F5344CB8AC3E}">
        <p14:creationId xmlns:p14="http://schemas.microsoft.com/office/powerpoint/2010/main" val="11963911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AAB1A-25BB-468D-8448-FA695C5B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B97C8-98EF-464E-B830-EC9BDF7A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Entregables y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9572A-5AFC-4CA0-A342-12E84C6E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77B2C-7044-4366-A8FA-9C084ED9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94FF1-9F03-405B-9CFC-51852A19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24833-0F2E-42DE-8441-5953CC28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E87F1-429A-4133-9406-DECB49DE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287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main.py, lectura.py y analisis.py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C2639-8D65-4B78-ACB5-9328E67D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205CC-D6BF-4D35-8D01-85A4DFAE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050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casos/ y README con comandos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88B7D-2A4D-45D8-B435-62BB0D2A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89D99-92B9-4C17-8720-2274E961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813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reporte de ejemplo generado por ejecución real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DD6E6-4B7D-4802-9996-F121B509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05DC1-6DF5-48D1-9B0C-AC996795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576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informe.md y evidencias/PL3.4.md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DEECC-1837-4C98-B04C-7C0F0772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CC11C-CDF5-4B8C-AC92-B123A6C9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presentación y entrega sin cachés ni entornos</a:t>
            </a:r>
          </a:p>
        </p:txBody>
      </p:sp>
    </p:spTree>
    <p:extLst>
      <p:ext uri="{BB962C8B-B14F-4D97-AF65-F5344CB8AC3E}">
        <p14:creationId xmlns:p14="http://schemas.microsoft.com/office/powerpoint/2010/main" val="1871005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A020EF-A18E-4734-B077-D7AF19A5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21499-6828-46BC-B874-5F0A7A91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Evaluación sobre 10 puntos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3B574-5402-47B5-ACB1-5B83A90F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93436-DEE5-4056-8198-30A232A6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4F2B3-1FAF-49F4-BD49-94578DBB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008F8-3BFA-4E9A-92C3-9C70859B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763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DE00C-A7C7-46CF-AC54-A57DE65D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954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Correctitud y casos de aceptación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A43B6-1A2A-407E-8469-B13F50DF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FA40C-ECBE-4E98-8B5A-93200352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336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Diseño y organización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9745F-8527-4B38-A203-9D43996D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0C5A3-EA64-41A5-949A-A3DE8BDA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718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Evidencia reproducible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D311F-3596-4512-9C79-8C759235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9F6DB-E096-4FC7-966B-86A715E3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100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Defensa técnica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CB22A-AE46-4817-86DD-848725A8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291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72096-B67D-46D1-80CB-8880A379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482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Informe y conclusiones</a:t>
            </a:r>
          </a:p>
        </p:txBody>
      </p:sp>
    </p:spTree>
    <p:extLst>
      <p:ext uri="{BB962C8B-B14F-4D97-AF65-F5344CB8AC3E}">
        <p14:creationId xmlns:p14="http://schemas.microsoft.com/office/powerpoint/2010/main" val="20502224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45681-1680-4B15-83F2-D8E53604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7F871-787D-4B9D-AC56-69AA5BAA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Defensa de la 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38550-6E1C-4121-8133-CA742AC0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75F25-6DAE-4DD2-97FF-B5619482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0EDE4-51BF-4C65-9746-E706207C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50311-3AE7-475A-9003-C07D6426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FD5DB-FB05-439D-A838-47E3AF92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66875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Explicar diferencia entre error de archivo y error de dato.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69301-3646-4070-8C5C-15D3C2BD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638B2-9D44-44ED-98BD-3363485B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81325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Repetir una prueba desde otra carpeta.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E1634-D7E7-47FE-8686-C0779285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39603-D36A-44DD-A46A-6B08348A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95775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Cambiar un contrato y localizar los módulos afectados.</a:t>
            </a:r>
          </a:p>
        </p:txBody>
      </p:sp>
    </p:spTree>
    <p:extLst>
      <p:ext uri="{BB962C8B-B14F-4D97-AF65-F5344CB8AC3E}">
        <p14:creationId xmlns:p14="http://schemas.microsoft.com/office/powerpoint/2010/main" val="3714236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C61F1-746F-4F63-8391-7C586882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9A91C-E785-4F40-B286-C12382A9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Resultados y 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611C2-D662-4D31-A9A7-EAE9857A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501E8-9D91-452B-B1C1-6C3B44BA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CAB85-EFD3-41DD-B850-286DDDE5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7F843-CE85-457C-AF5C-3D8678FE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9D354-88F5-4A2A-A265-4175BBE3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66875"/>
            <a:ext cx="9525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Registrar entradas, salidas reales, comandos y commit.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5D708-ACAE-4FF9-B179-A2C69AAA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40366-3D8E-4396-9A93-A31F7C3F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52750"/>
            <a:ext cx="9525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Explicar una decisión de diseño mediante un caso ejecutado.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99AE1-BD9C-4836-96BB-89A0BF5D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E5267-5E29-47BF-81EB-C0242291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525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Presentar limitaciones y una mejora concreta.</a:t>
            </a:r>
          </a:p>
        </p:txBody>
      </p:sp>
    </p:spTree>
    <p:extLst>
      <p:ext uri="{BB962C8B-B14F-4D97-AF65-F5344CB8AC3E}">
        <p14:creationId xmlns:p14="http://schemas.microsoft.com/office/powerpoint/2010/main" val="1369292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2026-09-25T21:16:38.4480000Z</dcterms:created>
  <dcterms:modified xsi:type="dcterms:W3CDTF">2026-09-25T21:16:38.4480000Z</dcterms:modified>
</coreProperties>
</file>