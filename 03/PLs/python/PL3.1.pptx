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316bab58dfb499b" /><Relationship Type="http://schemas.openxmlformats.org/officeDocument/2006/relationships/extended-properties" Target="/docProps/app.xml" Id="Raab463ee472e4542" /><Relationship Type="http://schemas.openxmlformats.org/officeDocument/2006/relationships/officeDocument" Target="/ppt/presentation.xml" Id="R1b04a286d6ce4f1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8f58e4dcfab4828"/>
  </p:sldMasterIdLst>
  <p:notesMasterIdLst>
    <p:notesMasterId xmlns:r="http://schemas.openxmlformats.org/officeDocument/2006/relationships" r:id="Rb87075440fc24938"/>
  </p:notesMasterIdLst>
  <p:sldIdLst>
    <p:sldId xmlns:r="http://schemas.openxmlformats.org/officeDocument/2006/relationships" id="256" r:id="R5d710d3d662041e1"/>
    <p:sldId xmlns:r="http://schemas.openxmlformats.org/officeDocument/2006/relationships" id="257" r:id="Rb4aaa51d35714ec1"/>
    <p:sldId xmlns:r="http://schemas.openxmlformats.org/officeDocument/2006/relationships" id="258" r:id="R23be842709e741b9"/>
    <p:sldId xmlns:r="http://schemas.openxmlformats.org/officeDocument/2006/relationships" id="259" r:id="R8d4d5d498c524217"/>
    <p:sldId xmlns:r="http://schemas.openxmlformats.org/officeDocument/2006/relationships" id="260" r:id="R465470190f1644fd"/>
    <p:sldId xmlns:r="http://schemas.openxmlformats.org/officeDocument/2006/relationships" id="261" r:id="Rf5bc975fcabe4ce7"/>
    <p:sldId xmlns:r="http://schemas.openxmlformats.org/officeDocument/2006/relationships" id="262" r:id="R732510841cfa4d35"/>
    <p:sldId xmlns:r="http://schemas.openxmlformats.org/officeDocument/2006/relationships" id="263" r:id="R812c4648bc4f4bf2"/>
    <p:sldId xmlns:r="http://schemas.openxmlformats.org/officeDocument/2006/relationships" id="264" r:id="Re0b0df3a0f424189"/>
    <p:sldId xmlns:r="http://schemas.openxmlformats.org/officeDocument/2006/relationships" id="265" r:id="R275ac23e5d514387"/>
    <p:sldId xmlns:r="http://schemas.openxmlformats.org/officeDocument/2006/relationships" id="266" r:id="R2a2574fd8310466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d0d4be50823483a" /><Relationship Type="http://schemas.openxmlformats.org/officeDocument/2006/relationships/slideMaster" Target="/ppt/slideMasters/slideMaster1.xml" Id="R98f58e4dcfab4828" /><Relationship Type="http://schemas.openxmlformats.org/officeDocument/2006/relationships/notesMaster" Target="/ppt/notesMasters/notesMaster1.xml" Id="Rb87075440fc24938" /><Relationship Type="http://schemas.openxmlformats.org/officeDocument/2006/relationships/presProps" Target="/ppt/presProps.xml" Id="R7004fa0a3e59436d" /><Relationship Type="http://schemas.openxmlformats.org/officeDocument/2006/relationships/tableStyles" Target="/ppt/tableStyles.xml" Id="Re7734fc0d5d24338" /><Relationship Type="http://schemas.openxmlformats.org/officeDocument/2006/relationships/slide" Target="/ppt/slides/slide1.xml" Id="R5d710d3d662041e1" /><Relationship Type="http://schemas.openxmlformats.org/officeDocument/2006/relationships/slide" Target="/ppt/slides/slide2.xml" Id="Rb4aaa51d35714ec1" /><Relationship Type="http://schemas.openxmlformats.org/officeDocument/2006/relationships/slide" Target="/ppt/slides/slide3.xml" Id="R23be842709e741b9" /><Relationship Type="http://schemas.openxmlformats.org/officeDocument/2006/relationships/slide" Target="/ppt/slides/slide4.xml" Id="R8d4d5d498c524217" /><Relationship Type="http://schemas.openxmlformats.org/officeDocument/2006/relationships/slide" Target="/ppt/slides/slide5.xml" Id="R465470190f1644fd" /><Relationship Type="http://schemas.openxmlformats.org/officeDocument/2006/relationships/slide" Target="/ppt/slides/slide6.xml" Id="Rf5bc975fcabe4ce7" /><Relationship Type="http://schemas.openxmlformats.org/officeDocument/2006/relationships/slide" Target="/ppt/slides/slide7.xml" Id="R732510841cfa4d35" /><Relationship Type="http://schemas.openxmlformats.org/officeDocument/2006/relationships/slide" Target="/ppt/slides/slide8.xml" Id="R812c4648bc4f4bf2" /><Relationship Type="http://schemas.openxmlformats.org/officeDocument/2006/relationships/slide" Target="/ppt/slides/slide9.xml" Id="Re0b0df3a0f424189" /><Relationship Type="http://schemas.openxmlformats.org/officeDocument/2006/relationships/slide" Target="/ppt/slides/slide10.xml" Id="R275ac23e5d514387" /><Relationship Type="http://schemas.openxmlformats.org/officeDocument/2006/relationships/slide" Target="/ppt/slides/slide11.xml" Id="R2a2574fd8310466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c5014b431494d7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1288377c65f4ca9" /><Relationship Type="http://schemas.openxmlformats.org/officeDocument/2006/relationships/notesMaster" Target="/ppt/notesMasters/notesMaster1.xml" Id="R54a8d204f514404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e3ea2aa41ac4b57" /><Relationship Type="http://schemas.openxmlformats.org/officeDocument/2006/relationships/notesMaster" Target="/ppt/notesMasters/notesMaster1.xml" Id="Ra6821c7d045f437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eb27b0f39084c01" /><Relationship Type="http://schemas.openxmlformats.org/officeDocument/2006/relationships/notesMaster" Target="/ppt/notesMasters/notesMaster1.xml" Id="Rd5535d5a532d46a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9db63312e544178" /><Relationship Type="http://schemas.openxmlformats.org/officeDocument/2006/relationships/notesMaster" Target="/ppt/notesMasters/notesMaster1.xml" Id="R8628c7c6abef4b1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8c043db4e8a4528" /><Relationship Type="http://schemas.openxmlformats.org/officeDocument/2006/relationships/notesMaster" Target="/ppt/notesMasters/notesMaster1.xml" Id="R92d772df1977453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b0ee82f75114dbc" /><Relationship Type="http://schemas.openxmlformats.org/officeDocument/2006/relationships/notesMaster" Target="/ppt/notesMasters/notesMaster1.xml" Id="Rcd86a9762e434c0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00d21f9f785472a" /><Relationship Type="http://schemas.openxmlformats.org/officeDocument/2006/relationships/notesMaster" Target="/ppt/notesMasters/notesMaster1.xml" Id="R945b7df1cf34482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acac70ad1c54d36" /><Relationship Type="http://schemas.openxmlformats.org/officeDocument/2006/relationships/notesMaster" Target="/ppt/notesMasters/notesMaster1.xml" Id="R4ede52c5174a4bf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4fd0de58e624fa1" /><Relationship Type="http://schemas.openxmlformats.org/officeDocument/2006/relationships/notesMaster" Target="/ppt/notesMasters/notesMaster1.xml" Id="R83a3fbebafdf493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a311864ce5b444a" /><Relationship Type="http://schemas.openxmlformats.org/officeDocument/2006/relationships/notesMaster" Target="/ppt/notesMasters/notesMaster1.xml" Id="Rf222b4774c89443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a3e5c0db1744581" /><Relationship Type="http://schemas.openxmlformats.org/officeDocument/2006/relationships/notesMaster" Target="/ppt/notesMasters/notesMaster1.xml" Id="R51cde54ee620488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Correctitud y casos de aceptación. Completo (4): Superar todos los casos acordados, incluidos fronteras y errores, y explicar las salidas. Parcial (2): Resolver los casos normales, pero fallar al menos una frontera o un error. No logrado (0): No obtener resultados válidos en los casos normales.</a:t>
            </a:r>
          </a:p>
          <a:p xmlns:a="http://schemas.openxmlformats.org/drawingml/2006/main">
            <a:r>
              <a:t>Diseño y organización. Completo (2): Separar responsabilidades y respetar contratos, estructuras y restricciones de la guía. Parcial (1): Presentar una solución comprensible con responsabilidades mezcladas o un contrato incompleto. No logrado (0): Omitir el diseño o incumplir la estructura requerida de forma que impida revisarlo.</a:t>
            </a:r>
          </a:p>
          <a:p xmlns:a="http://schemas.openxmlformats.org/drawingml/2006/main">
            <a:r>
              <a:t>Evidencia reproducible. Completo (2): Incluir entradas, resultados reales, comandos, versión y referencias a commits que permitan repetir las pruebas. Parcial (1): Incluir pruebas reales, pero omitir comandos, entradas o identificación del cambio. No logrado (0): No aportar evidencia ejecutable o presentar resultados que no corresponden al programa.</a:t>
            </a:r>
          </a:p>
          <a:p xmlns:a="http://schemas.openxmlformats.org/drawingml/2006/main">
            <a:r>
              <a:t>Defensa técnica. Completo (1): Explicar el flujo y realizar una modificación pequeña con una prueba nueva. Parcial (0.5): Explicar parcialmente el flujo o necesitar ayuda para completar la modificación. No logrado (0): No explicar las decisiones ni relacionarlas con el código presentado.</a:t>
            </a:r>
          </a:p>
          <a:p xmlns:a="http://schemas.openxmlformats.org/drawingml/2006/main">
            <a:r>
              <a:t>Informe y conclusiones. Completo (1): Registrar resultados, limitaciones, conclusiones ligadas a pruebas y una recomendación concreta. Parcial (0.5): Entregar informe con resultados pero conclusiones o recomendaciones genéricas. No logrado (0): Omitir el informe o no relacionarlo con la práctica.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358eb3647ce47f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acfe36f42c7489c" /><Relationship Type="http://schemas.openxmlformats.org/officeDocument/2006/relationships/slideLayout" Target="/ppt/slideLayouts/slideLayout1.xml" Id="Ra36333e4768d469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36333e4768d469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76f787a3534313" /><Relationship Type="http://schemas.openxmlformats.org/officeDocument/2006/relationships/image" Target="/ppt/media/image.png" Id="Rb8c8fe8db6ed401a" /><Relationship Type="http://schemas.openxmlformats.org/officeDocument/2006/relationships/notesSlide" Target="/ppt/notesSlides/notesSlide1.xml" Id="Ra9b1a85b446c4cb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80b5eafff54d98" /><Relationship Type="http://schemas.openxmlformats.org/officeDocument/2006/relationships/notesSlide" Target="/ppt/notesSlides/notesSlide2.xml" Id="Rcbc6dd9afc33401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a4a0b97203458c" /><Relationship Type="http://schemas.openxmlformats.org/officeDocument/2006/relationships/notesSlide" Target="/ppt/notesSlides/notesSlide3.xml" Id="R69c249dc48af4a4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b075a1e87f4943" /><Relationship Type="http://schemas.openxmlformats.org/officeDocument/2006/relationships/notesSlide" Target="/ppt/notesSlides/notesSlide4.xml" Id="Rdf5dd1e15c44428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ef50927bdf4575" /><Relationship Type="http://schemas.openxmlformats.org/officeDocument/2006/relationships/notesSlide" Target="/ppt/notesSlides/notesSlide5.xml" Id="R7d9d79702511454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e20b68db034974" /><Relationship Type="http://schemas.openxmlformats.org/officeDocument/2006/relationships/notesSlide" Target="/ppt/notesSlides/notesSlide6.xml" Id="R8ab2aa1a897941b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bc5d7e30114247" /><Relationship Type="http://schemas.openxmlformats.org/officeDocument/2006/relationships/notesSlide" Target="/ppt/notesSlides/notesSlide7.xml" Id="R4f29e3941c75455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9a5634a4754ac8" /><Relationship Type="http://schemas.openxmlformats.org/officeDocument/2006/relationships/notesSlide" Target="/ppt/notesSlides/notesSlide8.xml" Id="R976fef33e0c6416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149b64f52d4e7d" /><Relationship Type="http://schemas.openxmlformats.org/officeDocument/2006/relationships/notesSlide" Target="/ppt/notesSlides/notesSlide9.xml" Id="Rd2444400f7e745a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4767dfee8b4831" /><Relationship Type="http://schemas.openxmlformats.org/officeDocument/2006/relationships/notesSlide" Target="/ppt/notesSlides/notesSlide10.xml" Id="R38c659f71cc24a8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4f33f0e6244e57" /><Relationship Type="http://schemas.openxmlformats.org/officeDocument/2006/relationships/notesSlide" Target="/ppt/notesSlides/notesSlide11.xml" Id="R58cfa035346c42f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c8fe8db6ed401a"/>
          <a:stretch xmlns:a="http://schemas.openxmlformats.org/drawingml/2006/main"/>
        </p:blipFill>
        <p:spPr>
          <a:xfrm xmlns:a="http://schemas.openxmlformats.org/drawingml/2006/main">
            <a:off x="609600" y="452158"/>
            <a:ext cx="7239000" cy="1191183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250991-ECB5-490E-AC0B-9EEF304FA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190750"/>
            <a:ext cx="10763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3375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Programación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E98718-D358-48A2-92A3-535537EE3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190875"/>
            <a:ext cx="1076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Analizador de mediciones por consola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BFA673-4176-49B4-B592-51CC3256D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00625"/>
            <a:ext cx="13906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1DAFC1-1F60-4C67-BBCB-76E635788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381625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Unidad 3 · PL3.1 · Python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289679-EEDC-49CE-948E-C448FD074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6029325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Ing. Pablo Torres, Mgtr.</a:t>
            </a:r>
          </a:p>
        </p:txBody>
      </p:sp>
    </p:spTree>
    <p:extLst>
      <p:ext uri="{BB962C8B-B14F-4D97-AF65-F5344CB8AC3E}">
        <p14:creationId xmlns:p14="http://schemas.microsoft.com/office/powerpoint/2010/main" val="123642665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3A7797-D032-44F3-ADA2-2FF4175B3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476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DD04E3-B4C2-4DC9-99D4-8C8056BF8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28625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Problema del laboratorio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502299-288F-4B32-8E21-D3BB4C58F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81EC53-6FFA-481F-BB29-5ECED6154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6381750"/>
            <a:ext cx="923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Programación · PL3.1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5DF3B9-EBBC-4E39-BC9E-B05A91C76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DA4FAB-047A-47A2-B953-4D0A31D80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14500"/>
            <a:ext cx="1047750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Crear una aplicación de consola para procesar mediciones enteras entre -50 y 150 hasta recibir FIN. Mostrar cantidad, mínimo, máximo, promedio y cantidad fuera del intervalo de referencia [0,100].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08F2A6-6A5D-4D93-A5C8-5D40C5F04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238750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Estimación docente: 4 horas · Actividad independiente</a:t>
            </a:r>
          </a:p>
        </p:txBody>
      </p:sp>
    </p:spTree>
    <p:extLst>
      <p:ext uri="{BB962C8B-B14F-4D97-AF65-F5344CB8AC3E}">
        <p14:creationId xmlns:p14="http://schemas.microsoft.com/office/powerpoint/2010/main" val="104792501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DD5D7F-7C19-49A1-BAAB-B55E9C5A5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476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F3FBAB-45A9-4B0A-A6B7-23FE79E38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28625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Objetivos y alcance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0C6878-3A16-4510-AFD8-34E7969F7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35E7CA-6798-4956-A164-1DFAF655F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6381750"/>
            <a:ext cx="923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Programación · PL3.1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454B8D-902B-4F4D-BA5E-4140589B1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1900F7-50FE-4E37-B170-0AA75F91E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6191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5E0D88-BDB3-4E8E-B2A7-EE54FDEFF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1714500"/>
            <a:ext cx="952500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Integrar entrada, conversión, decisiones y ciclos.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A08C8E-6787-427B-9AF4-93223A368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6191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88E3AD-39F7-4BA7-B621-46E63FDA6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238500"/>
            <a:ext cx="952500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Validar datos y producir un resumen sin almacenar todas las observaciones.</a:t>
            </a:r>
          </a:p>
        </p:txBody>
      </p:sp>
    </p:spTree>
    <p:extLst>
      <p:ext uri="{BB962C8B-B14F-4D97-AF65-F5344CB8AC3E}">
        <p14:creationId xmlns:p14="http://schemas.microsoft.com/office/powerpoint/2010/main" val="150259567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EE9ED3-CD36-44A5-85B5-7BB908F07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476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377009-1A0B-4E64-9387-8488D5142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28625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Fases de trabajo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28A490-3A2E-47F1-BA20-EC2544A3A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9E71F7-4F21-41CC-BDA8-599F6070A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6381750"/>
            <a:ext cx="923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Programación · PL3.1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905DAB-01CC-44DF-957D-F30C7C88C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C53742-4607-4E1E-B15B-F2245A92E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71625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1. Contrato y ejemplos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498E51-AFE0-4B43-93D7-7BF776765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33625"/>
            <a:ext cx="1047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Acordar formato de cada mensaje y calcular manualmente al menos cuatro casos.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800BA5-3C32-47B3-9DA9-2FE3B4A6D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67125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2. Lectura y validación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9ED670-A867-41AB-B10A-7330AD563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29125"/>
            <a:ext cx="1047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Construir el ciclo, recuperar errores de conversión y excluir FIN de los cálculos.</a:t>
            </a:r>
          </a:p>
        </p:txBody>
      </p:sp>
    </p:spTree>
    <p:extLst>
      <p:ext uri="{BB962C8B-B14F-4D97-AF65-F5344CB8AC3E}">
        <p14:creationId xmlns:p14="http://schemas.microsoft.com/office/powerpoint/2010/main" val="176273769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8452A9-45FB-4EEF-86E8-2FD2CB04F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476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9C9C94-4511-4373-B2EC-ADA360F9D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28625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Fases de trabajo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E69466-BD8D-48D1-8585-B5EF53883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FF39C9-956F-4395-B0C2-7CC93E0DC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6381750"/>
            <a:ext cx="923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Programación · PL3.1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5CAEC6-3A57-4444-9A45-A14A45EE2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B94F5C-67B9-4D6F-ADE1-A22A5423D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71625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3. Resumen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C0E5D6-4484-4E9F-8538-10A7A1B9C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33625"/>
            <a:ext cx="1047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Actualizar acumuladores y extremos solo para valores válidos.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22A851-91D0-40C0-94B8-D9A8D962D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67125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4. Verificación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F71663-664F-4122-B486-22021B00E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29125"/>
            <a:ext cx="1047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Ejecutar entradas desde archivos, comparar stdout y documentar correcciones.</a:t>
            </a:r>
          </a:p>
        </p:txBody>
      </p:sp>
    </p:spTree>
    <p:extLst>
      <p:ext uri="{BB962C8B-B14F-4D97-AF65-F5344CB8AC3E}">
        <p14:creationId xmlns:p14="http://schemas.microsoft.com/office/powerpoint/2010/main" val="38033185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703A8F-4846-424A-91F6-78ACFC7DA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476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DA0783-7B01-4BAE-B57F-8E8BE77E1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28625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Requisitos de la solución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ED2DD1-22D7-4BE8-86C8-4286ECA1F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AD4E88-CC9C-483D-916F-734676310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6381750"/>
            <a:ext cx="923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Programación · PL3.1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FE2568-C867-41BE-9326-94323DA5F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BBFBEA-877C-4408-95BC-F0FF1D2E7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76375"/>
            <a:ext cx="6191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80CAE9-94D8-44C5-BD77-AFE61748C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1476375"/>
            <a:ext cx="95250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Aceptar FIN sin distinguir mayúsculas y quitando espacios externos.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894F48-2A3C-48EC-B910-4C9E971FB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52700"/>
            <a:ext cx="6191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64D0F4-5AD0-4C59-96FB-23D63FFDF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552700"/>
            <a:ext cx="95250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Rechazar formato no entero y valores fuera de [-50,150].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0AE21A-0DC5-41AF-9B8C-3E92D315F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29025"/>
            <a:ext cx="6191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931C8D-7289-4F8B-BB61-5D90D85C0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629025"/>
            <a:ext cx="95250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No usar listas ni funciones propias todavía.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89E122-9B2F-4961-984D-0DA9C89F1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05350"/>
            <a:ext cx="6191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04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2F67AA-D2ED-49A9-BB43-99F9E910A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705350"/>
            <a:ext cx="95250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Mostrar Sin datos si no hay mediciones válidas y dos decimales en el promedio.</a:t>
            </a:r>
          </a:p>
        </p:txBody>
      </p:sp>
    </p:spTree>
    <p:extLst>
      <p:ext uri="{BB962C8B-B14F-4D97-AF65-F5344CB8AC3E}">
        <p14:creationId xmlns:p14="http://schemas.microsoft.com/office/powerpoint/2010/main" val="43393582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372E82-BF8B-41D9-A9D9-585E4B88E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476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38C967-990E-4E68-BC2A-B5FE89344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28625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Casos de aceptación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9A35E2-C292-4ABB-A221-D51150C7A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73E412-D36C-484E-9021-38F332DBB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6381750"/>
            <a:ext cx="923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Programación · PL3.1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406648-4DD4-425E-8E5A-5753160F0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92FB07-214F-46A6-911A-2119D7720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71625"/>
            <a:ext cx="4572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10,20,FIN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B26A96-FC8B-4152-996B-904146B84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571625"/>
            <a:ext cx="5429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cantidad 2; mínimo 10; máximo 20; promedio 15.00; fuera 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5585D3-C72C-4F68-B211-CFD6B5D98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19375"/>
            <a:ext cx="4572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FIN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1DA3A8-00EB-44CE-9202-ED665154C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619375"/>
            <a:ext cx="5429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Sin datos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6FC3A0-E785-4125-A0EB-63DEB1763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67125"/>
            <a:ext cx="4572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-50,150,FIN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AF1D7F-54BF-4B72-98CE-719409ADC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667125"/>
            <a:ext cx="5429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cantidad 2; promedio 50.00; fuera 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00EFBE-2EC8-4478-9021-B72E1EF98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14875"/>
            <a:ext cx="4572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abc,151,0,fin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6CAA52-3CFC-490D-9219-633DF75CB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4714875"/>
            <a:ext cx="5429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dos rechazos; cantidad 1; promedio 0.00</a:t>
            </a:r>
          </a:p>
        </p:txBody>
      </p:sp>
    </p:spTree>
    <p:extLst>
      <p:ext uri="{BB962C8B-B14F-4D97-AF65-F5344CB8AC3E}">
        <p14:creationId xmlns:p14="http://schemas.microsoft.com/office/powerpoint/2010/main" val="205838973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1BC3FF-20A0-4FFE-9444-F2B096430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476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868059-5BD9-49C2-B725-85C3F676D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28625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Entregables y evidencia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44CDF3-F2F8-4F1F-B66E-B33E67CAC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67BFC8-E690-4D66-A48F-F6E51F200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6381750"/>
            <a:ext cx="923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Programación · PL3.1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7237DE-32C0-4290-86ED-F079D13B5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865ECB-C6C2-4857-85F4-5ACDF45C9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28750"/>
            <a:ext cx="6191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8E405E-2140-4AE0-AB50-3E1C25610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1428750"/>
            <a:ext cx="9525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mediciones.py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3C43FB-A293-4EB9-AB72-7EDB35952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05050"/>
            <a:ext cx="6191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DFF4E5-4BFB-4E98-8546-1A347D4B7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305050"/>
            <a:ext cx="9525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casos/ con entradas y salidas esperadas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54D0CF-DC0E-4229-9117-7923E7BD0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81350"/>
            <a:ext cx="6191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C01779-F1FF-486B-9E0D-F724B08E7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181350"/>
            <a:ext cx="9525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informe.md y evidencias/PL3.1.md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48F1A7-3127-4F51-BE85-BFABE3F16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57650"/>
            <a:ext cx="6191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04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38E65D-FE6A-456B-872A-692C6905B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057650"/>
            <a:ext cx="9525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presentación de la solución</a:t>
            </a:r>
          </a:p>
        </p:txBody>
      </p:sp>
    </p:spTree>
    <p:extLst>
      <p:ext uri="{BB962C8B-B14F-4D97-AF65-F5344CB8AC3E}">
        <p14:creationId xmlns:p14="http://schemas.microsoft.com/office/powerpoint/2010/main" val="1067027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35F5B2-9FF7-4026-8CFC-6661DBB0A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476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DDB3F7-99C5-4F6C-9FE7-1A6365D85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28625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Evaluación sobre 10 puntos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7909C3-B480-433C-A07F-611554DBE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DA4E70-294B-4563-88E3-0F6DD0F49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6381750"/>
            <a:ext cx="923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Programación · PL3.1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903194-9673-4825-8107-927E88051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7D007C-572D-4A0B-BA5F-548B0C7CD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476375"/>
            <a:ext cx="76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B00717-B8C9-4EE5-9953-1A5F54C16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1495425"/>
            <a:ext cx="9429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Correctitud y casos de aceptación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0E1226-214E-4AD4-858E-EB848F74D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14575"/>
            <a:ext cx="76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DAC1D0-ADB4-4111-ADFE-503787CB2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2333625"/>
            <a:ext cx="9429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Diseño y organización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A7A362-CACE-489B-8A05-29087B95F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52775"/>
            <a:ext cx="76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704FB5-E0D7-4839-9B52-B49F1CC7F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3171825"/>
            <a:ext cx="9429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Evidencia reproducible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BF7316-3F1D-4559-8FFE-B2A7E3AA5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90975"/>
            <a:ext cx="76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DE6B78-5BD7-48A9-BC84-A4BAFAABB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4010025"/>
            <a:ext cx="9429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Defensa técnica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008325-0159-4EF9-A7E8-A0DF5F61A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29175"/>
            <a:ext cx="76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4A6B39-4006-40E8-9575-F9B279C8E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4848225"/>
            <a:ext cx="9429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Informe y conclusiones</a:t>
            </a:r>
          </a:p>
        </p:txBody>
      </p:sp>
    </p:spTree>
    <p:extLst>
      <p:ext uri="{BB962C8B-B14F-4D97-AF65-F5344CB8AC3E}">
        <p14:creationId xmlns:p14="http://schemas.microsoft.com/office/powerpoint/2010/main" val="17896854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B27694-649E-4C67-95E2-24C753EEF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476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993FE1-27DD-4B41-9C04-30C96570E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28625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Defensa de la solución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620E02-9C45-4C5A-A02E-B9CF11AEC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7BDBCD-F6EF-4319-9B88-85010C635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6381750"/>
            <a:ext cx="923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Programación · PL3.1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57623E-E263-49F2-A605-831269C52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15EC77-5D44-4E24-8401-9E940EB61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66875"/>
            <a:ext cx="6191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167E99-5572-44C5-8B59-3D3DF129E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1666875"/>
            <a:ext cx="95250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Explicar por qué mínimo no se inicializa en cero.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9017F6-7489-48F8-81EB-669C4B33A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81325"/>
            <a:ext cx="6191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919EBB-5F9F-4E57-BAC7-73362317E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981325"/>
            <a:ext cx="95250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Cambiar el intervalo de referencia sin alterar el de validación.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3A5BBB-6159-43D3-8198-2E9395BD5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95775"/>
            <a:ext cx="6191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251FD1-39F5-4573-847F-44870836E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295775"/>
            <a:ext cx="95250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Demostrar una entrada inválida en vivo.</a:t>
            </a:r>
          </a:p>
        </p:txBody>
      </p:sp>
    </p:spTree>
    <p:extLst>
      <p:ext uri="{BB962C8B-B14F-4D97-AF65-F5344CB8AC3E}">
        <p14:creationId xmlns:p14="http://schemas.microsoft.com/office/powerpoint/2010/main" val="71866732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2FEAA0-AC90-4C26-80FE-88A33AD58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476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46A8D1-61D4-46C9-AFB3-DB431D275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28625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Resultados y cierre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B87762-7DB0-4FD2-BA41-CFE02E366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E5CCD4-32A8-4DF5-83BE-8FFC9B295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6381750"/>
            <a:ext cx="923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Programación · PL3.1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719083-DC0A-413E-A62E-0635157C1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32666B-51C3-4178-9DEC-3F257216D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66875"/>
            <a:ext cx="6191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A84A92-61FB-4157-BD6F-180685AE4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1666875"/>
            <a:ext cx="9525000" cy="1152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Registrar entradas, salidas reales, comandos y commit.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46560E-BAB4-45C8-8E8F-0ABE2AA8C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52750"/>
            <a:ext cx="6191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F3AB47-52D8-4FC4-A41F-93E2D49D7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952750"/>
            <a:ext cx="9525000" cy="1152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Explicar una decisión de diseño mediante un caso ejecutado.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BC87ED-A740-4FDF-90DF-6BEEC4652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38625"/>
            <a:ext cx="6191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DC33E9-27BF-422B-BB5C-984AEAD40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238625"/>
            <a:ext cx="9525000" cy="1152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Presentar limitaciones y una mejora concreta.</a:t>
            </a:r>
          </a:p>
        </p:txBody>
      </p:sp>
    </p:spTree>
    <p:extLst>
      <p:ext uri="{BB962C8B-B14F-4D97-AF65-F5344CB8AC3E}">
        <p14:creationId xmlns:p14="http://schemas.microsoft.com/office/powerpoint/2010/main" val="161399129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2026-09-25T21:16:29.3540000Z</dcterms:created>
  <dcterms:modified xsi:type="dcterms:W3CDTF">2026-09-25T21:16:29.3540000Z</dcterms:modified>
</coreProperties>
</file>