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a1ff6522fcf4844" /><Relationship Type="http://schemas.openxmlformats.org/officeDocument/2006/relationships/extended-properties" Target="/docProps/app.xml" Id="R79f148eec24c4cdb" /><Relationship Type="http://schemas.openxmlformats.org/officeDocument/2006/relationships/officeDocument" Target="/ppt/presentation.xml" Id="R7f0bb2d56075411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04b6f19f3634968"/>
  </p:sldMasterIdLst>
  <p:notesMasterIdLst>
    <p:notesMasterId xmlns:r="http://schemas.openxmlformats.org/officeDocument/2006/relationships" r:id="Rb79bad48a30e411b"/>
  </p:notesMasterIdLst>
  <p:sldIdLst>
    <p:sldId xmlns:r="http://schemas.openxmlformats.org/officeDocument/2006/relationships" id="256" r:id="Rcae2d03809074475"/>
    <p:sldId xmlns:r="http://schemas.openxmlformats.org/officeDocument/2006/relationships" id="257" r:id="R59bc5f04ca4d4c83"/>
    <p:sldId xmlns:r="http://schemas.openxmlformats.org/officeDocument/2006/relationships" id="258" r:id="R18fdd761ad4847c2"/>
    <p:sldId xmlns:r="http://schemas.openxmlformats.org/officeDocument/2006/relationships" id="259" r:id="Rc78542e520484ea5"/>
    <p:sldId xmlns:r="http://schemas.openxmlformats.org/officeDocument/2006/relationships" id="260" r:id="R6892ffa08d1245a4"/>
    <p:sldId xmlns:r="http://schemas.openxmlformats.org/officeDocument/2006/relationships" id="261" r:id="R07214c0feb814cf9"/>
    <p:sldId xmlns:r="http://schemas.openxmlformats.org/officeDocument/2006/relationships" id="262" r:id="Rb5281e47b09f4494"/>
    <p:sldId xmlns:r="http://schemas.openxmlformats.org/officeDocument/2006/relationships" id="263" r:id="R40d84b03a1ee45e3"/>
    <p:sldId xmlns:r="http://schemas.openxmlformats.org/officeDocument/2006/relationships" id="264" r:id="Ra7af657f804e4251"/>
    <p:sldId xmlns:r="http://schemas.openxmlformats.org/officeDocument/2006/relationships" id="265" r:id="R581a4813fabb4015"/>
    <p:sldId xmlns:r="http://schemas.openxmlformats.org/officeDocument/2006/relationships" id="266" r:id="Rea037bfbef164fc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8fab31ed3ff400b" /><Relationship Type="http://schemas.openxmlformats.org/officeDocument/2006/relationships/slideMaster" Target="/ppt/slideMasters/slideMaster1.xml" Id="R804b6f19f3634968" /><Relationship Type="http://schemas.openxmlformats.org/officeDocument/2006/relationships/notesMaster" Target="/ppt/notesMasters/notesMaster1.xml" Id="Rb79bad48a30e411b" /><Relationship Type="http://schemas.openxmlformats.org/officeDocument/2006/relationships/presProps" Target="/ppt/presProps.xml" Id="R34ada945df024ffe" /><Relationship Type="http://schemas.openxmlformats.org/officeDocument/2006/relationships/tableStyles" Target="/ppt/tableStyles.xml" Id="R1075521ffd7f48d6" /><Relationship Type="http://schemas.openxmlformats.org/officeDocument/2006/relationships/slide" Target="/ppt/slides/slide1.xml" Id="Rcae2d03809074475" /><Relationship Type="http://schemas.openxmlformats.org/officeDocument/2006/relationships/slide" Target="/ppt/slides/slide2.xml" Id="R59bc5f04ca4d4c83" /><Relationship Type="http://schemas.openxmlformats.org/officeDocument/2006/relationships/slide" Target="/ppt/slides/slide3.xml" Id="R18fdd761ad4847c2" /><Relationship Type="http://schemas.openxmlformats.org/officeDocument/2006/relationships/slide" Target="/ppt/slides/slide4.xml" Id="Rc78542e520484ea5" /><Relationship Type="http://schemas.openxmlformats.org/officeDocument/2006/relationships/slide" Target="/ppt/slides/slide5.xml" Id="R6892ffa08d1245a4" /><Relationship Type="http://schemas.openxmlformats.org/officeDocument/2006/relationships/slide" Target="/ppt/slides/slide6.xml" Id="R07214c0feb814cf9" /><Relationship Type="http://schemas.openxmlformats.org/officeDocument/2006/relationships/slide" Target="/ppt/slides/slide7.xml" Id="Rb5281e47b09f4494" /><Relationship Type="http://schemas.openxmlformats.org/officeDocument/2006/relationships/slide" Target="/ppt/slides/slide8.xml" Id="R40d84b03a1ee45e3" /><Relationship Type="http://schemas.openxmlformats.org/officeDocument/2006/relationships/slide" Target="/ppt/slides/slide9.xml" Id="Ra7af657f804e4251" /><Relationship Type="http://schemas.openxmlformats.org/officeDocument/2006/relationships/slide" Target="/ppt/slides/slide10.xml" Id="R581a4813fabb4015" /><Relationship Type="http://schemas.openxmlformats.org/officeDocument/2006/relationships/slide" Target="/ppt/slides/slide11.xml" Id="Rea037bfbef164fc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5fb6bf8871248b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0fc253da21245d8" /><Relationship Type="http://schemas.openxmlformats.org/officeDocument/2006/relationships/notesMaster" Target="/ppt/notesMasters/notesMaster1.xml" Id="Rc7fff164a78e429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7351a0010c84c36" /><Relationship Type="http://schemas.openxmlformats.org/officeDocument/2006/relationships/notesMaster" Target="/ppt/notesMasters/notesMaster1.xml" Id="Rf66cca8063594fb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e958165af4c4295" /><Relationship Type="http://schemas.openxmlformats.org/officeDocument/2006/relationships/notesMaster" Target="/ppt/notesMasters/notesMaster1.xml" Id="R0b01c29345d147b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31ce8b742ae46aa" /><Relationship Type="http://schemas.openxmlformats.org/officeDocument/2006/relationships/notesMaster" Target="/ppt/notesMasters/notesMaster1.xml" Id="R4a00e731b38a49f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b48601dd6cb468b" /><Relationship Type="http://schemas.openxmlformats.org/officeDocument/2006/relationships/notesMaster" Target="/ppt/notesMasters/notesMaster1.xml" Id="R09a09ac2b9b1454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98c00da627b4af4" /><Relationship Type="http://schemas.openxmlformats.org/officeDocument/2006/relationships/notesMaster" Target="/ppt/notesMasters/notesMaster1.xml" Id="Rb9e00c927ea84d4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1b4f3bf26be4e98" /><Relationship Type="http://schemas.openxmlformats.org/officeDocument/2006/relationships/notesMaster" Target="/ppt/notesMasters/notesMaster1.xml" Id="R7c5f5eec093c4af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5dccb64ec414f18" /><Relationship Type="http://schemas.openxmlformats.org/officeDocument/2006/relationships/notesMaster" Target="/ppt/notesMasters/notesMaster1.xml" Id="Rcc2206ed162b4dc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e803063cfe949a8" /><Relationship Type="http://schemas.openxmlformats.org/officeDocument/2006/relationships/notesMaster" Target="/ppt/notesMasters/notesMaster1.xml" Id="R08eafd0d1436452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93e083f411b46c6" /><Relationship Type="http://schemas.openxmlformats.org/officeDocument/2006/relationships/notesMaster" Target="/ppt/notesMasters/notesMaster1.xml" Id="R33dcb0bc12234bc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d20d37b068942d4" /><Relationship Type="http://schemas.openxmlformats.org/officeDocument/2006/relationships/notesMaster" Target="/ppt/notesMasters/notesMaster1.xml" Id="Rb0e7bffb845a4f4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Correctitud y casos de aceptación. Completo (4): Superar todos los casos acordados, incluidos fronteras y errores, y explicar las salidas. Parcial (2): Resolver los casos normales, pero fallar al menos una frontera o un error. No logrado (0): No obtener resultados válidos en los casos normales.</a:t>
            </a:r>
          </a:p>
          <a:p xmlns:a="http://schemas.openxmlformats.org/drawingml/2006/main">
            <a:r>
              <a:t>Diseño y organización. Completo (2): Separar responsabilidades y respetar contratos, estructuras y restricciones de la guía. Parcial (1): Presentar una solución comprensible con responsabilidades mezcladas o un contrato incompleto. No logrado (0): Omitir el diseño o incumplir la estructura requerida de forma que impida revisarlo.</a:t>
            </a:r>
          </a:p>
          <a:p xmlns:a="http://schemas.openxmlformats.org/drawingml/2006/main">
            <a:r>
              <a:t>Evidencia reproducible. Completo (2): Incluir entradas, resultados reales, comandos, versión y referencias a commits que permitan repetir las pruebas. Parcial (1): Incluir pruebas reales, pero omitir comandos, entradas o identificación del cambio. No logrado (0): No aportar evidencia ejecutable o presentar resultados que no corresponden al programa.</a:t>
            </a:r>
          </a:p>
          <a:p xmlns:a="http://schemas.openxmlformats.org/drawingml/2006/main">
            <a:r>
              <a:t>Defensa técnica. Completo (1): Explicar el flujo y realizar una modificación pequeña con una prueba nueva. Parcial (0.5): Explicar parcialmente el flujo o necesitar ayuda para completar la modificación. No logrado (0): No explicar las decisiones ni relacionarlas con el código presentado.</a:t>
            </a:r>
          </a:p>
          <a:p xmlns:a="http://schemas.openxmlformats.org/drawingml/2006/main">
            <a:r>
              <a:t>Informe y conclusiones. Completo (1): Registrar resultados, limitaciones, conclusiones ligadas a pruebas y una recomendación concreta. Parcial (0.5): Entregar informe con resultados pero conclusiones o recomendaciones genéricas. No logrado (0): Omitir el informe o no relacionarlo con la práctica.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3bba13350a3425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5a3e83044a04277" /><Relationship Type="http://schemas.openxmlformats.org/officeDocument/2006/relationships/slideLayout" Target="/ppt/slideLayouts/slideLayout1.xml" Id="Rf2da5c81819047a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2da5c81819047a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f41e38a44448cf" /><Relationship Type="http://schemas.openxmlformats.org/officeDocument/2006/relationships/image" Target="/ppt/media/image.png" Id="Ra609a4029f87423d" /><Relationship Type="http://schemas.openxmlformats.org/officeDocument/2006/relationships/notesSlide" Target="/ppt/notesSlides/notesSlide1.xml" Id="Rf0262d158fdb4d0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94bc66d15c4ad5" /><Relationship Type="http://schemas.openxmlformats.org/officeDocument/2006/relationships/notesSlide" Target="/ppt/notesSlides/notesSlide2.xml" Id="R39123ee4015a432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673e43ebf54874" /><Relationship Type="http://schemas.openxmlformats.org/officeDocument/2006/relationships/notesSlide" Target="/ppt/notesSlides/notesSlide3.xml" Id="R78fe45ca50254e7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ad25dbb2fa4ad7" /><Relationship Type="http://schemas.openxmlformats.org/officeDocument/2006/relationships/notesSlide" Target="/ppt/notesSlides/notesSlide4.xml" Id="Ra949b3e25edd447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e1666419304dab" /><Relationship Type="http://schemas.openxmlformats.org/officeDocument/2006/relationships/notesSlide" Target="/ppt/notesSlides/notesSlide5.xml" Id="Re9989c90bdd443b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c3fe25d5d44d9d" /><Relationship Type="http://schemas.openxmlformats.org/officeDocument/2006/relationships/notesSlide" Target="/ppt/notesSlides/notesSlide6.xml" Id="Rd2af5b95476d4f1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e316b1ef774454" /><Relationship Type="http://schemas.openxmlformats.org/officeDocument/2006/relationships/notesSlide" Target="/ppt/notesSlides/notesSlide7.xml" Id="R0c25db24f0ab4aa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1d0c738e8c4498" /><Relationship Type="http://schemas.openxmlformats.org/officeDocument/2006/relationships/notesSlide" Target="/ppt/notesSlides/notesSlide8.xml" Id="R222ba189eb39458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03c33af57c4f36" /><Relationship Type="http://schemas.openxmlformats.org/officeDocument/2006/relationships/notesSlide" Target="/ppt/notesSlides/notesSlide9.xml" Id="Ra9fa13b043bb4ad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c0ef0709da44f1" /><Relationship Type="http://schemas.openxmlformats.org/officeDocument/2006/relationships/notesSlide" Target="/ppt/notesSlides/notesSlide10.xml" Id="R8d68f3a0a1a2411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779f6fc8344dae" /><Relationship Type="http://schemas.openxmlformats.org/officeDocument/2006/relationships/notesSlide" Target="/ppt/notesSlides/notesSlide11.xml" Id="R4cbfb28d567640a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09a4029f87423d"/>
          <a:stretch xmlns:a="http://schemas.openxmlformats.org/drawingml/2006/main"/>
        </p:blipFill>
        <p:spPr>
          <a:xfrm xmlns:a="http://schemas.openxmlformats.org/drawingml/2006/main">
            <a:off x="609600" y="452158"/>
            <a:ext cx="7239000" cy="1191183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E41E5E-192C-4B4C-86C3-5C798C0F9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190750"/>
            <a:ext cx="1076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3375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Programación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D5FC45-3E8F-4703-A012-A59FB0BAB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190875"/>
            <a:ext cx="1076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Catálogo y análisis de textos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7DA84B-72F1-4AC0-B47F-102773450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00625"/>
            <a:ext cx="13906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34AD1F-F68D-4F11-9EA4-1884222E3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381625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Unidad 3 · PL3.2 · Python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8C601B-0253-4C08-A5E0-1B52F9EBD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602932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Ing. Pablo Torres, Mgtr.</a:t>
            </a:r>
          </a:p>
        </p:txBody>
      </p:sp>
    </p:spTree>
    <p:extLst>
      <p:ext uri="{BB962C8B-B14F-4D97-AF65-F5344CB8AC3E}">
        <p14:creationId xmlns:p14="http://schemas.microsoft.com/office/powerpoint/2010/main" val="102413259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EAB854-2980-4CB6-9950-8843159EC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476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CC816F-70C3-416D-B38A-07FAB761E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2862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Problema del laboratorio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7BE4D5-C455-4861-B140-807F899BF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039ED2-F7DC-4A44-84BE-29221A339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6381750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Programación · PL3.2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CC40AE-1ACB-4F88-89E9-987F367FB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01B5D4-3C16-49AA-97FA-832AEFD2F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14500"/>
            <a:ext cx="1047750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Procesar una lista de nombres de recursos de biblioteca. Normalizar espacios, seleccionar nombres por longitud y presencia de vocales, generar resúmenes y conservar los datos originales.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3AAABA-A010-42EC-BDB0-B15C40B03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38750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Estimación docente: 5 horas · Actividad independiente</a:t>
            </a:r>
          </a:p>
        </p:txBody>
      </p:sp>
    </p:spTree>
    <p:extLst>
      <p:ext uri="{BB962C8B-B14F-4D97-AF65-F5344CB8AC3E}">
        <p14:creationId xmlns:p14="http://schemas.microsoft.com/office/powerpoint/2010/main" val="160962918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F0ECE9-9FAC-4660-AA73-E1F81F3FD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476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4CCD73-4421-4DC2-9590-FF1116643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2862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Objetivos y alcance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5D4F0B-4552-4BC5-B948-4F6C533B0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7FD02F-9B33-41E1-9CCA-9793385A7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6381750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Programación · PL3.2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A9EBCF-9931-43D4-B84F-F52552CB0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51E9A2-5D3E-4139-841A-F9BB0FA87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6191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693B2B-2639-4280-8D18-EF1D1245A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714500"/>
            <a:ext cx="95250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Descomponer procesamiento en funciones con contratos.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76D55E-A897-4EBE-920A-311CF404A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6191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A2A781-7046-4DA5-826F-9479D0AB3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238500"/>
            <a:ext cx="95250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Aplicar filtrado, transformación y búsqueda sobre cadenas y listas.</a:t>
            </a:r>
          </a:p>
        </p:txBody>
      </p:sp>
    </p:spTree>
    <p:extLst>
      <p:ext uri="{BB962C8B-B14F-4D97-AF65-F5344CB8AC3E}">
        <p14:creationId xmlns:p14="http://schemas.microsoft.com/office/powerpoint/2010/main" val="38436016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D1173D-F9E6-4085-8216-C5DA8FF12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476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A18E63-6F3D-4502-847A-EF1366747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2862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Fases de trabajo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E4B510-36A8-4A15-B444-52EB7C1D7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468676-561B-4B3E-9483-AEEAEFF42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6381750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Programación · PL3.2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4C7085-9A43-40B6-8AA7-666861074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A387FD-2C81-403D-B8A1-05FDFC1E9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71625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1. Contratos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83896F-1B0A-4961-AB89-B6E717732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33625"/>
            <a:ext cx="1047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Definir parámetros, retornos, tratamiento de cadenas vacías y duplicados.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3F3F22-4C96-4E6D-94A6-9C83F03C6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67125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2. Transformación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59DB1E-8A1E-4A79-BD1D-19A454705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29125"/>
            <a:ext cx="1047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Normalizar espacios y construir colecciones nuevas.</a:t>
            </a:r>
          </a:p>
        </p:txBody>
      </p:sp>
    </p:spTree>
    <p:extLst>
      <p:ext uri="{BB962C8B-B14F-4D97-AF65-F5344CB8AC3E}">
        <p14:creationId xmlns:p14="http://schemas.microsoft.com/office/powerpoint/2010/main" val="155329591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1E444C-85B5-4FAF-AE60-CB0FF5AA2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476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C2B419-4F9F-47D8-AB65-CC5B8ECCB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2862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Fases de trabajo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B58779-4ED8-4E38-856D-13FE76AA4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9D347E-E0EA-45E7-B820-337FED0A0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6381750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Programación · PL3.2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878476-AFC5-4048-9F46-FFFEA9EB5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2AD4BA-5EC8-40FB-9BB7-53D4C2F5B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71625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3. Selección y resumen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00AF64-95DF-4ECB-8C2C-E5AE0E449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33625"/>
            <a:ext cx="1047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Aplicar longitud mínima, vocales, búsqueda de primera coincidencia y suma de longitudes.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812EE5-9017-47C5-8AE8-729E8DDA7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67125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4. Pruebas y defensa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13A2F6-237F-4004-81F1-EA16D4B5C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29125"/>
            <a:ext cx="1047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Comprobar original intacto, ausencia, vacío y coincidencias repetidas.</a:t>
            </a:r>
          </a:p>
        </p:txBody>
      </p:sp>
    </p:spTree>
    <p:extLst>
      <p:ext uri="{BB962C8B-B14F-4D97-AF65-F5344CB8AC3E}">
        <p14:creationId xmlns:p14="http://schemas.microsoft.com/office/powerpoint/2010/main" val="141344671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FB4CA5-BBDE-4FD8-9D34-DE1C317F8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476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052C2F-1580-4A6D-944B-1A2221F6A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2862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Requisitos de la solución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C7EC85-9F8F-42AA-A2C5-4F55E5A41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E7AF6B-8237-4453-8895-4DE1632C9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6381750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Programación · PL3.2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2579AD-729E-4BD5-BC9D-9A30C02B4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D4C5C6-C516-479F-90F2-33E6E50AF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76375"/>
            <a:ext cx="6191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C84A93-B46C-4960-85BD-5B132A4BF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476375"/>
            <a:ext cx="95250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Crear normalizar, seleccionar, buscar_primera y resumir como funciones separadas.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942148-45EF-49D3-A227-A56829A37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52700"/>
            <a:ext cx="6191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D69DD1-E3CC-480D-8872-DBE474EED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552700"/>
            <a:ext cx="95250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Usar vocales ASCII aeiou sin distinguir mayúsculas.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AA4303-F9AC-4457-85DA-46B0B79C7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29025"/>
            <a:ext cx="6191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CECAFF-D056-458D-AFF2-3598757C9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629025"/>
            <a:ext cx="95250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Conservar orden y duplicados en selección.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5DA301-4488-40E0-9337-163D89371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05350"/>
            <a:ext cx="6191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CB1280-D527-4E2B-A446-111664585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705350"/>
            <a:ext cx="95250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No modificar la lista original.</a:t>
            </a:r>
          </a:p>
        </p:txBody>
      </p:sp>
    </p:spTree>
    <p:extLst>
      <p:ext uri="{BB962C8B-B14F-4D97-AF65-F5344CB8AC3E}">
        <p14:creationId xmlns:p14="http://schemas.microsoft.com/office/powerpoint/2010/main" val="159702519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65AD1A-F764-4C0E-B47A-413B498BB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476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740B6B-0AC5-43A2-9910-CF852727C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2862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Casos de aceptación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4C0445-A487-4568-B785-2744547CA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531D5F-5D69-4E7A-9AAB-4B178F734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6381750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Programación · PL3.2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DF286D-80E4-4B24-B748-1A7F79BF6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27A16C-8404-4B6A-B493-EEF47E950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71625"/>
            <a:ext cx="4572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[" sol ","LUNA","rhythm","a"], mínimo=3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6A1023-38A7-4E9D-B947-528B5C187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571625"/>
            <a:ext cx="5429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selección ["sol","LUNA"]; suma longitudes 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CB67EC-78DD-472A-9251-75CF9F2EF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19375"/>
            <a:ext cx="4572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[], mínimo=3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838A1A-3647-457C-AF02-F244DB498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619375"/>
            <a:ext cx="5429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selección []; suma 0; búsqueda -1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F4E0BC-001E-4BC3-9AF2-14DE8A78B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67125"/>
            <a:ext cx="4572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["sol","sol"], mínimo=3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81D4F4-8A53-43B3-8F85-B0D0E17BC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667125"/>
            <a:ext cx="5429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conservar dos elementos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9E3264-858E-41E5-898F-CC9A28B63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14875"/>
            <a:ext cx="4572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mínimo=-1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03A80C-7834-43D1-911E-3F53B5901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714875"/>
            <a:ext cx="5429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error de argumento</a:t>
            </a:r>
          </a:p>
        </p:txBody>
      </p:sp>
    </p:spTree>
    <p:extLst>
      <p:ext uri="{BB962C8B-B14F-4D97-AF65-F5344CB8AC3E}">
        <p14:creationId xmlns:p14="http://schemas.microsoft.com/office/powerpoint/2010/main" val="144246060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9BC583-276B-4B71-80E3-01C422095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476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AE6557-B27E-4302-9DF0-F0CF73E43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2862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Entregables y evidencia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5AF2B6-634B-4213-9485-558A97A75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817BD8-019E-48F7-A263-709D49535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6381750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Programación · PL3.2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AC92AF-5596-4C01-9C35-1C5FD6D67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415834-FA91-403F-BE9D-5344192F0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6191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AA07A1-0161-4E1E-B7C2-DE7B0B1CD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428750"/>
            <a:ext cx="9525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catalogo.py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C63CB4-F912-4AC7-A4E1-FDC0A39C5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05050"/>
            <a:ext cx="6191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A0804D-5E69-46D0-B5B0-4076F9D79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305050"/>
            <a:ext cx="9525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pruebas.py o casos reproducibles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1502EB-85C7-4F3A-8976-7A594E6CA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81350"/>
            <a:ext cx="6191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53AEDE-AB1B-4E7A-B972-BB54F23B0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181350"/>
            <a:ext cx="9525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informe.md y evidencias/PL3.2.md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B84DDA-38B4-4892-AB9C-8FF6FE353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57650"/>
            <a:ext cx="6191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E01E62-C913-4DC6-9223-260F9DAE5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057650"/>
            <a:ext cx="9525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presentación con contratos y prueba de no mutación</a:t>
            </a:r>
          </a:p>
        </p:txBody>
      </p:sp>
    </p:spTree>
    <p:extLst>
      <p:ext uri="{BB962C8B-B14F-4D97-AF65-F5344CB8AC3E}">
        <p14:creationId xmlns:p14="http://schemas.microsoft.com/office/powerpoint/2010/main" val="212832970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4D4A9B-85BA-4A96-BAC1-FFF3783A4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476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D299FD-245E-429F-9D22-23D75A2C2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2862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Evaluación sobre 10 puntos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0B2401-E533-406E-86CA-3C7CB5F52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EED1AC-F02C-47A3-9040-F8648C384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6381750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Programación · PL3.2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D1933D-3943-47F1-B848-79EDCA089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022B33-69DC-40FB-BCED-6151B1395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476375"/>
            <a:ext cx="76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CDE053-BDAE-4D6C-A179-F28B595E3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495425"/>
            <a:ext cx="9429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Correctitud y casos de aceptación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2A0196-B0F9-4322-8382-BF10CB36F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14575"/>
            <a:ext cx="76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FFB1BA-2A1B-4A15-9C38-67EAF22F6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2333625"/>
            <a:ext cx="9429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Diseño y organización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C74DCE-88F1-4191-8807-1ABE4F6D4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52775"/>
            <a:ext cx="76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635788-8654-44F2-B879-9ECCEC070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3171825"/>
            <a:ext cx="9429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Evidencia reproducible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37D0E1-A669-4593-8291-101B585D6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90975"/>
            <a:ext cx="76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99FB45-8E76-4C49-8ACA-4383DDE22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4010025"/>
            <a:ext cx="9429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Defensa técnica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8F344F-8C2A-47DF-B2A4-0E7BEDFE6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29175"/>
            <a:ext cx="76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91AAAE-3888-42C7-A62D-710AD66BF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4848225"/>
            <a:ext cx="9429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Informe y conclusiones</a:t>
            </a:r>
          </a:p>
        </p:txBody>
      </p:sp>
    </p:spTree>
    <p:extLst>
      <p:ext uri="{BB962C8B-B14F-4D97-AF65-F5344CB8AC3E}">
        <p14:creationId xmlns:p14="http://schemas.microsoft.com/office/powerpoint/2010/main" val="88208876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67EA60-F727-493F-8F68-1A0DAC6D1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476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BE4DB9-2E41-40ED-B00F-F59908899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2862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Defensa de la solución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733D1D-3F17-4916-8C49-2893036CA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8002E8-192F-4BCF-B528-B7267AC71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6381750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Programación · PL3.2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965711-0F06-4B74-BA3A-4A3A0C562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A5F170-0701-4447-9729-ABE118586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66875"/>
            <a:ext cx="6191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98B52D-EDD1-495E-9590-3BC2DFB49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666875"/>
            <a:ext cx="95250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Explicar diferencia entre filtrar y transformar.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3387C1-A21C-4865-A4FF-7F4671551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81325"/>
            <a:ext cx="6191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45D7BB-64F8-439A-B9AB-979C7E774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981325"/>
            <a:ext cx="95250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Modificar la regla para exigir dos vocales.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7FF40F-76C3-42A2-9C28-28352C200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95775"/>
            <a:ext cx="6191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F40EC5-B6A0-4C46-ADE3-54F492B59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295775"/>
            <a:ext cx="95250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Demostrar que una función retorna y otra imprime.</a:t>
            </a:r>
          </a:p>
        </p:txBody>
      </p:sp>
    </p:spTree>
    <p:extLst>
      <p:ext uri="{BB962C8B-B14F-4D97-AF65-F5344CB8AC3E}">
        <p14:creationId xmlns:p14="http://schemas.microsoft.com/office/powerpoint/2010/main" val="209780158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DFA728-AC42-47FF-954A-8A66E70F6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476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5EB5DA-46FA-40AA-8C7D-3AD1F3E10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2862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Resultados y cierre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CCF628-58E6-4C7B-9939-4D9EC1255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0E7B05-34C8-4E24-871D-FAC70E4B8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6381750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Programación · PL3.2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8597E8-1F0A-4AFE-BBE0-4BBA2549F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A5A21D-1EBC-4FA8-8A8E-3C22EAFB3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66875"/>
            <a:ext cx="6191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E91496-1047-405F-8C00-BA009A645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666875"/>
            <a:ext cx="9525000" cy="1152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Registrar entradas, salidas reales, comandos y commit.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8B5AE2-041D-4704-84AD-372131A69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52750"/>
            <a:ext cx="6191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05C98C-80DE-461C-8F4B-0C30CE7AD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952750"/>
            <a:ext cx="9525000" cy="1152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Explicar una decisión de diseño mediante un caso ejecutado.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B5B9EC-7C56-410A-974A-D240D9CF6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38625"/>
            <a:ext cx="6191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7DC4C7-D415-421A-B985-E7E5439A9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238625"/>
            <a:ext cx="9525000" cy="1152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Presentar limitaciones y una mejora concreta.</a:t>
            </a:r>
          </a:p>
        </p:txBody>
      </p:sp>
    </p:spTree>
    <p:extLst>
      <p:ext uri="{BB962C8B-B14F-4D97-AF65-F5344CB8AC3E}">
        <p14:creationId xmlns:p14="http://schemas.microsoft.com/office/powerpoint/2010/main" val="144204626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2026-09-25T21:16:32.3990000Z</dcterms:created>
  <dcterms:modified xsi:type="dcterms:W3CDTF">2026-09-25T21:16:32.3990000Z</dcterms:modified>
</coreProperties>
</file>