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3bae0736b684e08" /><Relationship Type="http://schemas.openxmlformats.org/officeDocument/2006/relationships/extended-properties" Target="/docProps/app.xml" Id="R79001718a18a4050" /><Relationship Type="http://schemas.openxmlformats.org/officeDocument/2006/relationships/officeDocument" Target="/ppt/presentation.xml" Id="R4e4f0291e69f402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849eb3c02cd4a2d"/>
  </p:sldMasterIdLst>
  <p:notesMasterIdLst>
    <p:notesMasterId xmlns:r="http://schemas.openxmlformats.org/officeDocument/2006/relationships" r:id="Rfacfdb1ecfe84e17"/>
  </p:notesMasterIdLst>
  <p:sldIdLst>
    <p:sldId xmlns:r="http://schemas.openxmlformats.org/officeDocument/2006/relationships" id="256" r:id="R9a1d51575df54839"/>
    <p:sldId xmlns:r="http://schemas.openxmlformats.org/officeDocument/2006/relationships" id="257" r:id="Rd139824c28424283"/>
    <p:sldId xmlns:r="http://schemas.openxmlformats.org/officeDocument/2006/relationships" id="258" r:id="R694af72b938e41f6"/>
    <p:sldId xmlns:r="http://schemas.openxmlformats.org/officeDocument/2006/relationships" id="259" r:id="R63f56ec0aee34f16"/>
    <p:sldId xmlns:r="http://schemas.openxmlformats.org/officeDocument/2006/relationships" id="260" r:id="Rf8ae004076224603"/>
    <p:sldId xmlns:r="http://schemas.openxmlformats.org/officeDocument/2006/relationships" id="261" r:id="Ra13fbeeecd7b438d"/>
    <p:sldId xmlns:r="http://schemas.openxmlformats.org/officeDocument/2006/relationships" id="262" r:id="R3ef3e412a36d451c"/>
    <p:sldId xmlns:r="http://schemas.openxmlformats.org/officeDocument/2006/relationships" id="263" r:id="Rf38d3b27716a4a74"/>
    <p:sldId xmlns:r="http://schemas.openxmlformats.org/officeDocument/2006/relationships" id="264" r:id="R8c0d5a62c5274415"/>
    <p:sldId xmlns:r="http://schemas.openxmlformats.org/officeDocument/2006/relationships" id="265" r:id="R9e38d25f7cb64dab"/>
    <p:sldId xmlns:r="http://schemas.openxmlformats.org/officeDocument/2006/relationships" id="266" r:id="Rbc8484c69016401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5be4a5d9e3848bc" /><Relationship Type="http://schemas.openxmlformats.org/officeDocument/2006/relationships/slideMaster" Target="/ppt/slideMasters/slideMaster1.xml" Id="Rf849eb3c02cd4a2d" /><Relationship Type="http://schemas.openxmlformats.org/officeDocument/2006/relationships/notesMaster" Target="/ppt/notesMasters/notesMaster1.xml" Id="Rfacfdb1ecfe84e17" /><Relationship Type="http://schemas.openxmlformats.org/officeDocument/2006/relationships/presProps" Target="/ppt/presProps.xml" Id="R83897b24cc1e430b" /><Relationship Type="http://schemas.openxmlformats.org/officeDocument/2006/relationships/tableStyles" Target="/ppt/tableStyles.xml" Id="Rda3c5088a8ce45d4" /><Relationship Type="http://schemas.openxmlformats.org/officeDocument/2006/relationships/slide" Target="/ppt/slides/slide1.xml" Id="R9a1d51575df54839" /><Relationship Type="http://schemas.openxmlformats.org/officeDocument/2006/relationships/slide" Target="/ppt/slides/slide2.xml" Id="Rd139824c28424283" /><Relationship Type="http://schemas.openxmlformats.org/officeDocument/2006/relationships/slide" Target="/ppt/slides/slide3.xml" Id="R694af72b938e41f6" /><Relationship Type="http://schemas.openxmlformats.org/officeDocument/2006/relationships/slide" Target="/ppt/slides/slide4.xml" Id="R63f56ec0aee34f16" /><Relationship Type="http://schemas.openxmlformats.org/officeDocument/2006/relationships/slide" Target="/ppt/slides/slide5.xml" Id="Rf8ae004076224603" /><Relationship Type="http://schemas.openxmlformats.org/officeDocument/2006/relationships/slide" Target="/ppt/slides/slide6.xml" Id="Ra13fbeeecd7b438d" /><Relationship Type="http://schemas.openxmlformats.org/officeDocument/2006/relationships/slide" Target="/ppt/slides/slide7.xml" Id="R3ef3e412a36d451c" /><Relationship Type="http://schemas.openxmlformats.org/officeDocument/2006/relationships/slide" Target="/ppt/slides/slide8.xml" Id="Rf38d3b27716a4a74" /><Relationship Type="http://schemas.openxmlformats.org/officeDocument/2006/relationships/slide" Target="/ppt/slides/slide9.xml" Id="R8c0d5a62c5274415" /><Relationship Type="http://schemas.openxmlformats.org/officeDocument/2006/relationships/slide" Target="/ppt/slides/slide10.xml" Id="R9e38d25f7cb64dab" /><Relationship Type="http://schemas.openxmlformats.org/officeDocument/2006/relationships/slide" Target="/ppt/slides/slide11.xml" Id="Rbc8484c69016401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795ed752e424bb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7880eb6a42a4e23" /><Relationship Type="http://schemas.openxmlformats.org/officeDocument/2006/relationships/notesMaster" Target="/ppt/notesMasters/notesMaster1.xml" Id="Rb3751e118ef04ab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0a0db37bb4f45c0" /><Relationship Type="http://schemas.openxmlformats.org/officeDocument/2006/relationships/notesMaster" Target="/ppt/notesMasters/notesMaster1.xml" Id="Rce80179ffde049b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95d2582596849f2" /><Relationship Type="http://schemas.openxmlformats.org/officeDocument/2006/relationships/notesMaster" Target="/ppt/notesMasters/notesMaster1.xml" Id="R511f08ea9eee494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ec70ac3dc254788" /><Relationship Type="http://schemas.openxmlformats.org/officeDocument/2006/relationships/notesMaster" Target="/ppt/notesMasters/notesMaster1.xml" Id="Rb1f935b3fd9f4fe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799617776264692" /><Relationship Type="http://schemas.openxmlformats.org/officeDocument/2006/relationships/notesMaster" Target="/ppt/notesMasters/notesMaster1.xml" Id="R38bf3e02fd3b4b2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3684df8333c435d" /><Relationship Type="http://schemas.openxmlformats.org/officeDocument/2006/relationships/notesMaster" Target="/ppt/notesMasters/notesMaster1.xml" Id="Rd65b81be8f0b474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d5be154be3d4ed1" /><Relationship Type="http://schemas.openxmlformats.org/officeDocument/2006/relationships/notesMaster" Target="/ppt/notesMasters/notesMaster1.xml" Id="Rcc52e6c6347b461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9a21576d6a84661" /><Relationship Type="http://schemas.openxmlformats.org/officeDocument/2006/relationships/notesMaster" Target="/ppt/notesMasters/notesMaster1.xml" Id="R0a0ad943098a456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d31eefd8aa247a3" /><Relationship Type="http://schemas.openxmlformats.org/officeDocument/2006/relationships/notesMaster" Target="/ppt/notesMasters/notesMaster1.xml" Id="Rea43af11e30745d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7057dc02ee940ae" /><Relationship Type="http://schemas.openxmlformats.org/officeDocument/2006/relationships/notesMaster" Target="/ppt/notesMasters/notesMaster1.xml" Id="Rc5c2f00d1ec6496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bfd60f5713745fe" /><Relationship Type="http://schemas.openxmlformats.org/officeDocument/2006/relationships/notesMaster" Target="/ppt/notesMasters/notesMaster1.xml" Id="Rd221d04f723c49f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Correctitud y casos de aceptación. Completo (4): Superar todos los casos acordados, incluidos fronteras y errores, y explicar las salidas. Parcial (2): Resolver los casos normales, pero fallar al menos una frontera o un error. No logrado (0): No obtener resultados válidos en los casos normales.</a:t>
            </a:r>
          </a:p>
          <a:p xmlns:a="http://schemas.openxmlformats.org/drawingml/2006/main">
            <a:r>
              <a:t>Diseño y organización. Completo (2): Separar responsabilidades y respetar contratos, estructuras y restricciones de la guía. Parcial (1): Presentar una solución comprensible con responsabilidades mezcladas o un contrato incompleto. No logrado (0): Omitir el diseño o incumplir la estructura requerida de forma que impida revisarlo.</a:t>
            </a:r>
          </a:p>
          <a:p xmlns:a="http://schemas.openxmlformats.org/drawingml/2006/main">
            <a:r>
              <a:t>Evidencia reproducible. Completo (2): Incluir entradas, resultados reales, comandos, versión y referencias a commits que permitan repetir las pruebas. Parcial (1): Incluir pruebas reales, pero omitir comandos, entradas o identificación del cambio. No logrado (0): No aportar evidencia ejecutable o presentar resultados que no corresponden al programa.</a:t>
            </a:r>
          </a:p>
          <a:p xmlns:a="http://schemas.openxmlformats.org/drawingml/2006/main">
            <a:r>
              <a:t>Defensa técnica. Completo (1): Explicar el flujo y realizar una modificación pequeña con una prueba nueva. Parcial (0.5): Explicar parcialmente el flujo o necesitar ayuda para completar la modificación. No logrado (0): No explicar las decisiones ni relacionarlas con el código presentado.</a:t>
            </a:r>
          </a:p>
          <a:p xmlns:a="http://schemas.openxmlformats.org/drawingml/2006/main">
            <a:r>
              <a:t>Informe y conclusiones. Completo (1): Registrar resultados, limitaciones, conclusiones ligadas a pruebas y una recomendación concreta. Parcial (0.5): Entregar informe con resultados pero conclusiones o recomendaciones genéricas. No logrado (0): Omitir el informe o no relacionarlo con la práctica.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a9233ee0174cd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9a5ffc40a414c1e" /><Relationship Type="http://schemas.openxmlformats.org/officeDocument/2006/relationships/slideLayout" Target="/ppt/slideLayouts/slideLayout1.xml" Id="R3a2702cf1c324b3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a2702cf1c324b3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480a65ed00453c" /><Relationship Type="http://schemas.openxmlformats.org/officeDocument/2006/relationships/image" Target="/ppt/media/image.png" Id="Rbf135a7e924c4ab4" /><Relationship Type="http://schemas.openxmlformats.org/officeDocument/2006/relationships/notesSlide" Target="/ppt/notesSlides/notesSlide1.xml" Id="R03357da83c4b4da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de525bbe4043f2" /><Relationship Type="http://schemas.openxmlformats.org/officeDocument/2006/relationships/notesSlide" Target="/ppt/notesSlides/notesSlide2.xml" Id="R80cfb2c2bb02406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bb08368fdf4d52" /><Relationship Type="http://schemas.openxmlformats.org/officeDocument/2006/relationships/notesSlide" Target="/ppt/notesSlides/notesSlide3.xml" Id="Re8b04467583e4d9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b6cc084dcf4849" /><Relationship Type="http://schemas.openxmlformats.org/officeDocument/2006/relationships/notesSlide" Target="/ppt/notesSlides/notesSlide4.xml" Id="R711be9f9847845c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ac359261a14468" /><Relationship Type="http://schemas.openxmlformats.org/officeDocument/2006/relationships/notesSlide" Target="/ppt/notesSlides/notesSlide5.xml" Id="R64bea587857f499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b8436bcf3c4512" /><Relationship Type="http://schemas.openxmlformats.org/officeDocument/2006/relationships/notesSlide" Target="/ppt/notesSlides/notesSlide6.xml" Id="Rfe9952f95c7b42f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bce66698a94b49" /><Relationship Type="http://schemas.openxmlformats.org/officeDocument/2006/relationships/notesSlide" Target="/ppt/notesSlides/notesSlide7.xml" Id="Rf525f587b00c406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5fdd82bae445c5" /><Relationship Type="http://schemas.openxmlformats.org/officeDocument/2006/relationships/notesSlide" Target="/ppt/notesSlides/notesSlide8.xml" Id="Rafac08e680654aa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d6501fe2964c23" /><Relationship Type="http://schemas.openxmlformats.org/officeDocument/2006/relationships/notesSlide" Target="/ppt/notesSlides/notesSlide9.xml" Id="R43bacab1c042498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b3393d42d84cef" /><Relationship Type="http://schemas.openxmlformats.org/officeDocument/2006/relationships/notesSlide" Target="/ppt/notesSlides/notesSlide10.xml" Id="R3570504678bc439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12daa5b58a493b" /><Relationship Type="http://schemas.openxmlformats.org/officeDocument/2006/relationships/notesSlide" Target="/ppt/notesSlides/notesSlide11.xml" Id="R7fc2ff5d1f544d5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135a7e924c4ab4"/>
          <a:stretch xmlns:a="http://schemas.openxmlformats.org/drawingml/2006/main"/>
        </p:blipFill>
        <p:spPr>
          <a:xfrm xmlns:a="http://schemas.openxmlformats.org/drawingml/2006/main">
            <a:off x="609600" y="452158"/>
            <a:ext cx="7239000" cy="1191183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FB7B1D-3E90-4229-89C0-C07049469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90750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337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Programación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D5C654-AC86-4715-962A-7B1A5DB2C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190875"/>
            <a:ext cx="1076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Informe de mediciones y registros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B60A9D-A63A-479B-824E-FECE1445E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1390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BBBB3C-A63F-4B1B-9C81-F11594469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38162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Unidad 3 · PL3.3 · Python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58539B-F4A3-4966-B591-20594D3D4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0293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Ing. Pablo Torres, Mgtr.</a:t>
            </a:r>
          </a:p>
        </p:txBody>
      </p:sp>
    </p:spTree>
    <p:extLst>
      <p:ext uri="{BB962C8B-B14F-4D97-AF65-F5344CB8AC3E}">
        <p14:creationId xmlns:p14="http://schemas.microsoft.com/office/powerpoint/2010/main" val="19788730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5FF1C1-6987-45BA-B126-0A473A9B1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EFA08E-DF74-4E52-8DDA-D8A880606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8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Problema del laboratorio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F3184E-88E7-4D85-ADBE-B98120245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5BC26B-DAF7-4AC2-9427-F52D6636B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817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· PL3.3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8913C7-2D5D-4257-B6B7-BCA69CB0B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231453-C5A7-4C01-978A-8249634F3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104775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Procesar una matriz rectangular de mediciones y una lista de tuplas (codigo, nombre) para identificar sus filas. Clasificar mediciones, resumir cada fila y generar un informe sin modificar las entradas.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2AA260-AEAF-4EE3-9DCF-D9F684F70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387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Estimación docente: 6 horas · Actividad independiente</a:t>
            </a:r>
          </a:p>
        </p:txBody>
      </p:sp>
    </p:spTree>
    <p:extLst>
      <p:ext uri="{BB962C8B-B14F-4D97-AF65-F5344CB8AC3E}">
        <p14:creationId xmlns:p14="http://schemas.microsoft.com/office/powerpoint/2010/main" val="10757887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032C5F-1CBA-42B3-8317-96D2115BF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68E047-FCAF-40FF-A648-04FE3ED14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8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Objetivos y alcance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08293F-03E5-475D-A938-40FDCC608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A0F2BB-DBC6-404F-9646-712F1A90F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817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· PL3.3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28B1E6-ACE2-4684-9947-D2D48DE0C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3D8686-B3DE-4686-A916-57584F4B7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619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4A6A28-30F5-4C51-917E-FFD4CA053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714500"/>
            <a:ext cx="95250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Transformar matrices mediante funciones y ciclos anidados.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4CD93C-17B1-4CF7-89C0-4B01DEB1A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619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65A482-E50D-492F-BC9B-29EB49540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238500"/>
            <a:ext cx="95250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Relacionar filas con registros y validar dimensiones.</a:t>
            </a:r>
          </a:p>
        </p:txBody>
      </p:sp>
    </p:spTree>
    <p:extLst>
      <p:ext uri="{BB962C8B-B14F-4D97-AF65-F5344CB8AC3E}">
        <p14:creationId xmlns:p14="http://schemas.microsoft.com/office/powerpoint/2010/main" val="7719084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1C802D-25AE-4043-BD96-1F880BFDE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90CEEF-83DA-42A9-B4C0-616D8B2A4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8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Fases de trabajo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94AE5A-161D-47D5-9987-75F177D1A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281CAD-1198-4967-89C1-C3553951C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817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· PL3.3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B75C39-E138-4DCF-AB55-FCC3B12D5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2476EC-FFAB-438B-BE07-CC18D7AE7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7162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1. Modelo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4BFEA6-3D1C-4D78-ADBD-DBCAFCBC9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33625"/>
            <a:ext cx="1047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Definir esquemas de matriz y registros, validación y contratos.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E4C0B2-3F7C-497F-A8E1-D538487AB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6712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2. Transformación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111B0E-10DA-4DCC-8ED2-F7C100E02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29125"/>
            <a:ext cx="1047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Crear filas nuevas y comprobar que las originales permanecen iguales.</a:t>
            </a:r>
          </a:p>
        </p:txBody>
      </p:sp>
    </p:spTree>
    <p:extLst>
      <p:ext uri="{BB962C8B-B14F-4D97-AF65-F5344CB8AC3E}">
        <p14:creationId xmlns:p14="http://schemas.microsoft.com/office/powerpoint/2010/main" val="762080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0B46D0-E539-4237-9A7A-5BCDDA6FE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2F27D7-3F7C-40CE-A848-69B241ABF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8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Fases de trabajo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4EFA66-E4F1-41FE-9B65-64C8B686E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B57459-067E-4214-A699-E9BF3FE75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817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· PL3.3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993466-5E36-4245-A656-5CB96248C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EFDC16-447E-4D3F-B8F0-A0A3CD3A0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7162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3. Resumen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241ECC-2BCF-4168-8563-36CD2BE7F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33625"/>
            <a:ext cx="1047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Contar ALTA por fila y asociar la tupla correspondiente.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FE59C6-162B-4CF4-8F32-494BE17A3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6712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4. Integración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88DB1D-A0E6-4738-AC70-1845BFC91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29125"/>
            <a:ext cx="1047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Presentar el informe, comprobar límites y defender una modificación de umbrales.</a:t>
            </a:r>
          </a:p>
        </p:txBody>
      </p:sp>
    </p:spTree>
    <p:extLst>
      <p:ext uri="{BB962C8B-B14F-4D97-AF65-F5344CB8AC3E}">
        <p14:creationId xmlns:p14="http://schemas.microsoft.com/office/powerpoint/2010/main" val="8413829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A74596-0E6A-423B-AF16-2B852F452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51057F-C1A6-4737-84CB-A39A26641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8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Requisitos de la solución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D1FBAD-CA7B-4F66-8AA4-F13038662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721DBB-688F-4E08-A270-3075DEA07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817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· PL3.3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C68AC1-80CE-49C5-B4C4-402F482E3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35C672-BCB3-49CC-A186-ECDA6751B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619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BA3F42-DA29-4DB3-890B-13F2ACD50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476375"/>
            <a:ext cx="95250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Exigir una tupla identificadora por fila.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E95C68-03EC-478E-A9FD-20DE8F6D7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52700"/>
            <a:ext cx="619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E98415-1540-4BA9-9797-4B2DE22B8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552700"/>
            <a:ext cx="95250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Clasificar &lt;10 como BAJA, de 10 a 20 inclusive como NORMAL y &gt;20 como ALTA.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D4EEC8-974C-4F4F-838B-5B2DB9097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29025"/>
            <a:ext cx="619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EA2322-AD7C-43F8-869C-BEFD63A68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629025"/>
            <a:ext cx="95250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Retornar una matriz nueva de etiquetas.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CC3FEA-4ADF-4902-AE4E-95EE63ED8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05350"/>
            <a:ext cx="619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9943BA-BE55-421E-9CB9-FD3689E26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705350"/>
            <a:ext cx="95250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Mostrar código, nombre y etiquetas separadas por |.</a:t>
            </a:r>
          </a:p>
        </p:txBody>
      </p:sp>
    </p:spTree>
    <p:extLst>
      <p:ext uri="{BB962C8B-B14F-4D97-AF65-F5344CB8AC3E}">
        <p14:creationId xmlns:p14="http://schemas.microsoft.com/office/powerpoint/2010/main" val="6392517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1F9A74-D12F-4D97-9EB6-9024A903F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1B2D26-7AE2-433B-AE1E-8D872B4B2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8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Casos de aceptación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878425-C4EC-4539-8E36-AEF282461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6D6E51-35AC-49B2-A1DD-13804D578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817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· PL3.3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7A856A-E534-4FE8-B7CB-AC6B29447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5B8AB4-87FF-416B-8499-54CEFEE7C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71625"/>
            <a:ext cx="4572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[[5,10,21],[20,22,9]], ids [("A","Norte"),("B","Sur")]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209126-90E7-4CAD-8A1A-CFF504309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571625"/>
            <a:ext cx="5429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A: BAJA|NORMAL|ALTA, altas 1; B: NORMAL|ALTA|BAJA, altas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6F041E-B154-4B12-847F-1E8984AD1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19375"/>
            <a:ext cx="4572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[], []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678040-E022-4FAC-914E-C56C34F95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619375"/>
            <a:ext cx="5429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Sin datos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1059F4-B945-47AE-AD5A-6CAEBCF25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67125"/>
            <a:ext cx="4572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[[1],[2,3]]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21840D-C283-4072-AF67-2532C9B0A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667125"/>
            <a:ext cx="5429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rechazar matriz irregular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B7D495-EE48-45EF-9DF8-1024A8294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14875"/>
            <a:ext cx="4572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dos filas y un identificador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D48BE0-35E0-4F8B-BFE2-0B724CA2E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714875"/>
            <a:ext cx="5429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rechazar correspondencia</a:t>
            </a:r>
          </a:p>
        </p:txBody>
      </p:sp>
    </p:spTree>
    <p:extLst>
      <p:ext uri="{BB962C8B-B14F-4D97-AF65-F5344CB8AC3E}">
        <p14:creationId xmlns:p14="http://schemas.microsoft.com/office/powerpoint/2010/main" val="86610644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CA4CB1-398B-4A4B-BA4A-00B33C3D9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10B22A-4ECC-45EA-8319-4F276941B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8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Entregables y evidencia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4D51A7-3797-44D6-B875-0EB02667B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376642-8888-4454-93DF-B84D73BCC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817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· PL3.3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B69374-DEF3-4EFE-9BC0-F747CE9A1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B119AB-AEE0-497E-8661-9C4B2C6D5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619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229395-DA9D-4082-B653-48F4F97BA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428750"/>
            <a:ext cx="952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informe_matriz.py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88108D-FC7F-4265-8618-456C2BFD1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05050"/>
            <a:ext cx="619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4FA592-8A4B-4DF9-AB44-CB620236B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305050"/>
            <a:ext cx="952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casos de entrada y resultados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0A4CC5-98C1-4AFA-AA23-EB06AB57E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81350"/>
            <a:ext cx="619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86D972-B32D-4F62-996E-C248A3255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181350"/>
            <a:ext cx="952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informe.md y evidencias/PL3.3.md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03E55D-556C-4C2C-8552-A54179BD7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57650"/>
            <a:ext cx="619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B65665-3BD0-45F0-AFAF-7BA576745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057650"/>
            <a:ext cx="952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presentación con recorrido y no mutación</a:t>
            </a:r>
          </a:p>
        </p:txBody>
      </p:sp>
    </p:spTree>
    <p:extLst>
      <p:ext uri="{BB962C8B-B14F-4D97-AF65-F5344CB8AC3E}">
        <p14:creationId xmlns:p14="http://schemas.microsoft.com/office/powerpoint/2010/main" val="180157823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FF708A-7B3C-42A3-9847-882D1BC1E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6D4EE6-7974-44CC-B3F4-41C0E156E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8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Evaluación sobre 10 puntos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98DF93-B6C7-42E8-A50D-62B5D0519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459F90-87AE-4AA9-B62B-BEE7B3920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817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· PL3.3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F3F01B-42F4-4396-BB6C-3CCB24029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F041A2-037C-4A2B-871D-947C95964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76375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0426F1-8801-4C05-B47D-A08F3BF23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495425"/>
            <a:ext cx="9429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Correctitud y casos de aceptación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AFF28E-33B3-483C-8CA4-A48C5FB2C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14575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8B44EC-3075-47A1-A62C-C94FEC6BF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333625"/>
            <a:ext cx="9429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Diseño y organización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D73D6A-3FB9-4C6D-AC0C-40264C56B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52775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A721D4-C2C9-48A9-BDA2-66B10267B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171825"/>
            <a:ext cx="9429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Evidencia reproducible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C43E3E-8D6D-4F52-A3A8-9B756C23A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90975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924510-DF4A-4A3A-9248-73F06CEDC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010025"/>
            <a:ext cx="9429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Defensa técnica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AB852D-E265-48C4-AE55-EAC37D57F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29175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18809D-8CD2-472F-A595-3098AFA94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848225"/>
            <a:ext cx="9429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Informe y conclusiones</a:t>
            </a:r>
          </a:p>
        </p:txBody>
      </p:sp>
    </p:spTree>
    <p:extLst>
      <p:ext uri="{BB962C8B-B14F-4D97-AF65-F5344CB8AC3E}">
        <p14:creationId xmlns:p14="http://schemas.microsoft.com/office/powerpoint/2010/main" val="99994976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A3A33A-AF41-4EAF-8817-1F8154027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148169-170B-41CB-A322-2C4A13E3D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8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Defensa de la solución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0987B8-7C5E-49A6-8A4C-3A6494E0B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09D6F5-8733-4550-8B34-343F6FEFD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817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· PL3.3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8CE9C5-535C-486B-9E1C-E5152266A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960C03-8661-4352-A2E7-9E16500CA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619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B87723-1D2F-4CA8-913D-10E4069E4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666875"/>
            <a:ext cx="9525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Ubicar inicialización del contador por fila.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E38D08-F945-4235-97C4-CD56702D0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81325"/>
            <a:ext cx="619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4880C0-67A8-434B-9677-EC1998B3A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981325"/>
            <a:ext cx="9525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Mostrar qué falla al copiar solo la lista externa.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5FE7D9-B2ED-4977-B24D-9F5F6424C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95775"/>
            <a:ext cx="619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0E9122-3C09-4288-84EB-8292BD845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295775"/>
            <a:ext cx="9525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Agregar una categoría sin modificar la matriz original.</a:t>
            </a:r>
          </a:p>
        </p:txBody>
      </p:sp>
    </p:spTree>
    <p:extLst>
      <p:ext uri="{BB962C8B-B14F-4D97-AF65-F5344CB8AC3E}">
        <p14:creationId xmlns:p14="http://schemas.microsoft.com/office/powerpoint/2010/main" val="24795948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407CF0-1ABC-4A97-BFEC-78BB706B6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125579-584F-4C83-B551-FFFADD543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8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Resultados y cierre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5400C9-3460-404B-9DF5-8AFA89D04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63EC10-D886-4DBB-91C8-84E83C883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817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· PL3.3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5F9D02-E49F-4CDD-84BF-661643624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FAA9CE-2D76-4105-AF59-0A4C85586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619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A8CBA1-B0E6-455C-9C00-63F0C0B61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666875"/>
            <a:ext cx="95250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Registrar entradas, salidas reales, comandos y commit.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44B83E-048F-42B8-82DF-46E509DF1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619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E72913-D85D-44C1-8635-A382BD2DD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952750"/>
            <a:ext cx="95250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Explicar una decisión de diseño mediante un caso ejecutado.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F89601-195F-4AF2-AB33-306F3DCA9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38625"/>
            <a:ext cx="619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1FABE0-E1AD-4F70-9CD2-DE990C7C4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238625"/>
            <a:ext cx="95250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Presentar limitaciones y una mejora concreta.</a:t>
            </a:r>
          </a:p>
        </p:txBody>
      </p:sp>
    </p:spTree>
    <p:extLst>
      <p:ext uri="{BB962C8B-B14F-4D97-AF65-F5344CB8AC3E}">
        <p14:creationId xmlns:p14="http://schemas.microsoft.com/office/powerpoint/2010/main" val="7831314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2026-09-25T21:16:35.3930000Z</dcterms:created>
  <dcterms:modified xsi:type="dcterms:W3CDTF">2026-09-25T21:16:35.3930000Z</dcterms:modified>
</coreProperties>
</file>