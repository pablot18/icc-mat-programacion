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bf80ef1e14cd6" /><Relationship Type="http://schemas.openxmlformats.org/officeDocument/2006/relationships/extended-properties" Target="/docProps/app.xml" Id="Rfdcd2edb8c324aab" /><Relationship Type="http://schemas.openxmlformats.org/officeDocument/2006/relationships/officeDocument" Target="/ppt/presentation.xml" Id="R7ecb43db6126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19740868b647fa"/>
  </p:sldMasterIdLst>
  <p:notesMasterIdLst>
    <p:notesMasterId xmlns:r="http://schemas.openxmlformats.org/officeDocument/2006/relationships" r:id="Rc1a70f9e488340da"/>
  </p:notesMasterIdLst>
  <p:sldIdLst>
    <p:sldId xmlns:r="http://schemas.openxmlformats.org/officeDocument/2006/relationships" id="256" r:id="R21db72f902b5457f"/>
    <p:sldId xmlns:r="http://schemas.openxmlformats.org/officeDocument/2006/relationships" id="257" r:id="R5c415d58461048da"/>
    <p:sldId xmlns:r="http://schemas.openxmlformats.org/officeDocument/2006/relationships" id="258" r:id="Rab5a154515cc4b4e"/>
    <p:sldId xmlns:r="http://schemas.openxmlformats.org/officeDocument/2006/relationships" id="259" r:id="R4f72da3db0ae43a3"/>
    <p:sldId xmlns:r="http://schemas.openxmlformats.org/officeDocument/2006/relationships" id="260" r:id="R8faf7299254f4859"/>
    <p:sldId xmlns:r="http://schemas.openxmlformats.org/officeDocument/2006/relationships" id="261" r:id="R5a58dacfb1f6475b"/>
    <p:sldId xmlns:r="http://schemas.openxmlformats.org/officeDocument/2006/relationships" id="262" r:id="R37d0c58293bf460a"/>
    <p:sldId xmlns:r="http://schemas.openxmlformats.org/officeDocument/2006/relationships" id="263" r:id="R41d5cc03d8974f34"/>
    <p:sldId xmlns:r="http://schemas.openxmlformats.org/officeDocument/2006/relationships" id="264" r:id="Rf37f906e598e41f6"/>
    <p:sldId xmlns:r="http://schemas.openxmlformats.org/officeDocument/2006/relationships" id="265" r:id="R940d5de6f5ca44a1"/>
    <p:sldId xmlns:r="http://schemas.openxmlformats.org/officeDocument/2006/relationships" id="266" r:id="Rd5a1f44b16a34a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8f0e86d7744b4f" /><Relationship Type="http://schemas.openxmlformats.org/officeDocument/2006/relationships/slideMaster" Target="/ppt/slideMasters/slideMaster1.xml" Id="R9e19740868b647fa" /><Relationship Type="http://schemas.openxmlformats.org/officeDocument/2006/relationships/notesMaster" Target="/ppt/notesMasters/notesMaster1.xml" Id="Rc1a70f9e488340da" /><Relationship Type="http://schemas.openxmlformats.org/officeDocument/2006/relationships/presProps" Target="/ppt/presProps.xml" Id="R773a1121b8e34fa4" /><Relationship Type="http://schemas.openxmlformats.org/officeDocument/2006/relationships/tableStyles" Target="/ppt/tableStyles.xml" Id="R9d4a4250d3114179" /><Relationship Type="http://schemas.openxmlformats.org/officeDocument/2006/relationships/slide" Target="/ppt/slides/slide1.xml" Id="R21db72f902b5457f" /><Relationship Type="http://schemas.openxmlformats.org/officeDocument/2006/relationships/slide" Target="/ppt/slides/slide2.xml" Id="R5c415d58461048da" /><Relationship Type="http://schemas.openxmlformats.org/officeDocument/2006/relationships/slide" Target="/ppt/slides/slide3.xml" Id="Rab5a154515cc4b4e" /><Relationship Type="http://schemas.openxmlformats.org/officeDocument/2006/relationships/slide" Target="/ppt/slides/slide4.xml" Id="R4f72da3db0ae43a3" /><Relationship Type="http://schemas.openxmlformats.org/officeDocument/2006/relationships/slide" Target="/ppt/slides/slide5.xml" Id="R8faf7299254f4859" /><Relationship Type="http://schemas.openxmlformats.org/officeDocument/2006/relationships/slide" Target="/ppt/slides/slide6.xml" Id="R5a58dacfb1f6475b" /><Relationship Type="http://schemas.openxmlformats.org/officeDocument/2006/relationships/slide" Target="/ppt/slides/slide7.xml" Id="R37d0c58293bf460a" /><Relationship Type="http://schemas.openxmlformats.org/officeDocument/2006/relationships/slide" Target="/ppt/slides/slide8.xml" Id="R41d5cc03d8974f34" /><Relationship Type="http://schemas.openxmlformats.org/officeDocument/2006/relationships/slide" Target="/ppt/slides/slide9.xml" Id="Rf37f906e598e41f6" /><Relationship Type="http://schemas.openxmlformats.org/officeDocument/2006/relationships/slide" Target="/ppt/slides/slide10.xml" Id="R940d5de6f5ca44a1" /><Relationship Type="http://schemas.openxmlformats.org/officeDocument/2006/relationships/slide" Target="/ppt/slides/slide11.xml" Id="Rd5a1f44b16a34a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b8a526cb1d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ff8fc815e42b8" /><Relationship Type="http://schemas.openxmlformats.org/officeDocument/2006/relationships/notesMaster" Target="/ppt/notesMasters/notesMaster1.xml" Id="R9b6a9bb936674c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a5b9641654fce" /><Relationship Type="http://schemas.openxmlformats.org/officeDocument/2006/relationships/notesMaster" Target="/ppt/notesMasters/notesMaster1.xml" Id="R70836e70ae27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be2263d3a4350" /><Relationship Type="http://schemas.openxmlformats.org/officeDocument/2006/relationships/notesMaster" Target="/ppt/notesMasters/notesMaster1.xml" Id="R6ee2977196e745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1e88838124bed" /><Relationship Type="http://schemas.openxmlformats.org/officeDocument/2006/relationships/notesMaster" Target="/ppt/notesMasters/notesMaster1.xml" Id="R31a2a40f11b947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a320be5514912" /><Relationship Type="http://schemas.openxmlformats.org/officeDocument/2006/relationships/notesMaster" Target="/ppt/notesMasters/notesMaster1.xml" Id="Rfccc5bd48d51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b0086e41c84039" /><Relationship Type="http://schemas.openxmlformats.org/officeDocument/2006/relationships/notesMaster" Target="/ppt/notesMasters/notesMaster1.xml" Id="R17948bb923734d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11452a776043e1" /><Relationship Type="http://schemas.openxmlformats.org/officeDocument/2006/relationships/notesMaster" Target="/ppt/notesMasters/notesMaster1.xml" Id="R2d973254c9e74d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155826009d4959" /><Relationship Type="http://schemas.openxmlformats.org/officeDocument/2006/relationships/notesMaster" Target="/ppt/notesMasters/notesMaster1.xml" Id="Rb40e1e5c339243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7442a7e7c54812" /><Relationship Type="http://schemas.openxmlformats.org/officeDocument/2006/relationships/notesMaster" Target="/ppt/notesMasters/notesMaster1.xml" Id="R7b079c91afb448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f4cd38bc374933" /><Relationship Type="http://schemas.openxmlformats.org/officeDocument/2006/relationships/notesMaster" Target="/ppt/notesMasters/notesMaster1.xml" Id="R9fccf679ce1e41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d1a1c78a3e4aee" /><Relationship Type="http://schemas.openxmlformats.org/officeDocument/2006/relationships/notesMaster" Target="/ppt/notesMasters/notesMaster1.xml" Id="R464bbbf8c27d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Correctitud y casos de aceptación. Completo (4): Superar todos los casos acordados, incluidos fronteras y errores, y explicar las salidas. Parcial (2): Resolver los casos normales, pero fallar al menos una frontera o un error. No logrado (0): No obtener resultados válidos en los casos normales.</a:t>
            </a:r>
          </a:p>
          <a:p xmlns:a="http://schemas.openxmlformats.org/drawingml/2006/main">
            <a:r>
              <a:t>Diseño y organización. Completo (2): Separar responsabilidades y respetar contratos, estructuras y restricciones de la guía. Parcial (1): Presentar una solución comprensible con responsabilidades mezcladas o un contrato incompleto. No logrado (0): Omitir el diseño o incumplir la estructura requerida de forma que impida revisarlo.</a:t>
            </a:r>
          </a:p>
          <a:p xmlns:a="http://schemas.openxmlformats.org/drawingml/2006/main">
            <a:r>
              <a:t>Evidencia reproducible. Completo (2): Incluir entradas, resultados reales, comandos, versión y referencias a commits que permitan repetir las pruebas. Parcial (1): Incluir pruebas reales, pero omitir comandos, entradas o identificación del cambio. No logrado (0): No aportar evidencia ejecutable o presentar resultados que no corresponden al programa.</a:t>
            </a:r>
          </a:p>
          <a:p xmlns:a="http://schemas.openxmlformats.org/drawingml/2006/main">
            <a:r>
              <a:t>Defensa técnica. Completo (1): Explicar el flujo y realizar una modificación pequeña con una prueba nueva. Parcial (0.5): Explicar parcialmente el flujo o necesitar ayuda para completar la modificación. No logrado (0): No explicar las decisiones ni relacionarlas con el código presentado.</a:t>
            </a:r>
          </a:p>
          <a:p xmlns:a="http://schemas.openxmlformats.org/drawingml/2006/main">
            <a:r>
              <a:t>Informe y conclusiones. Completo (1): Registrar resultados, limitaciones, conclusiones ligadas a pruebas y una recomendación concreta. Parcial (0.5): Entregar informe con resultados pero conclusiones o recomendaciones genéricas. No logrado (0): Omitir el informe o no relacionarlo con la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b89073b25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c4e72fd3e94da3" /><Relationship Type="http://schemas.openxmlformats.org/officeDocument/2006/relationships/slideLayout" Target="/ppt/slideLayouts/slideLayout1.xml" Id="Ra56b5a55d2be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6b5a55d2be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7ff00bf44f35" /><Relationship Type="http://schemas.openxmlformats.org/officeDocument/2006/relationships/image" Target="/ppt/media/image.png" Id="Rc0377a4d6fba4900" /><Relationship Type="http://schemas.openxmlformats.org/officeDocument/2006/relationships/notesSlide" Target="/ppt/notesSlides/notesSlide1.xml" Id="Rf74cd259fe5240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3e4a0f22f4949" /><Relationship Type="http://schemas.openxmlformats.org/officeDocument/2006/relationships/notesSlide" Target="/ppt/notesSlides/notesSlide2.xml" Id="Re1734935580945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c697633414e1f" /><Relationship Type="http://schemas.openxmlformats.org/officeDocument/2006/relationships/notesSlide" Target="/ppt/notesSlides/notesSlide3.xml" Id="R496da7f2a06147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ec7a15e2c417d" /><Relationship Type="http://schemas.openxmlformats.org/officeDocument/2006/relationships/notesSlide" Target="/ppt/notesSlides/notesSlide4.xml" Id="R12f596105e3c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a9d6ce1e044a5" /><Relationship Type="http://schemas.openxmlformats.org/officeDocument/2006/relationships/notesSlide" Target="/ppt/notesSlides/notesSlide5.xml" Id="Re34d640dc438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8691363074073" /><Relationship Type="http://schemas.openxmlformats.org/officeDocument/2006/relationships/notesSlide" Target="/ppt/notesSlides/notesSlide6.xml" Id="Rfd825063ee9844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373e7eded40c6" /><Relationship Type="http://schemas.openxmlformats.org/officeDocument/2006/relationships/notesSlide" Target="/ppt/notesSlides/notesSlide7.xml" Id="R5acfc5496f8b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7b34c4cba400c" /><Relationship Type="http://schemas.openxmlformats.org/officeDocument/2006/relationships/notesSlide" Target="/ppt/notesSlides/notesSlide8.xml" Id="R8ab599dd14f941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fdd99654e4777" /><Relationship Type="http://schemas.openxmlformats.org/officeDocument/2006/relationships/notesSlide" Target="/ppt/notesSlides/notesSlide9.xml" Id="Rdf712e0449fa44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5f6805d0b4818" /><Relationship Type="http://schemas.openxmlformats.org/officeDocument/2006/relationships/notesSlide" Target="/ppt/notesSlides/notesSlide10.xml" Id="R1cf7c73dc83c4a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c28969ffb4c02" /><Relationship Type="http://schemas.openxmlformats.org/officeDocument/2006/relationships/notesSlide" Target="/ppt/notesSlides/notesSlide11.xml" Id="R2f6031c4011d41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77a4d6fba4900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8B114-A06D-4CAB-ACEC-0B7598D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6735B-8857-4BC6-B398-7B775662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Diseño de un registro de consumos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5F494-EBB1-4DAB-AF6A-4047E487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140F6-4831-483F-9199-466287A5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2 · PL2.1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AA2A2-D495-46E1-AFFA-172FB14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831478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523B8-9594-4B16-88BA-DDC2E9DC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8683B-CBA4-4911-B969-245A4E56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4E14C-9676-49A1-9DBB-3C64522F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8541C-20A3-4EB0-B439-F94550B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59591-D7E7-4275-8AE7-F1823D11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64F9B-B355-4F10-BB86-CD951362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Diseñar un registro de consumos enteros entre 0 y 100. Procesar entradas hasta -1, rechazar otros valores y producir cantidad, suma y promedio de los aceptados.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7276F-6B96-46EB-90E0-67FE8DF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Estimación docente: 3 horas · Actividad independiente</a:t>
            </a:r>
          </a:p>
        </p:txBody>
      </p:sp>
    </p:spTree>
    <p:extLst>
      <p:ext uri="{BB962C8B-B14F-4D97-AF65-F5344CB8AC3E}">
        <p14:creationId xmlns:p14="http://schemas.microsoft.com/office/powerpoint/2010/main" val="649053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D11E7-BBEF-429F-BD9E-53D5014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E0099-BAE3-4D30-A5D1-10B66F43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Objetivos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BE7D0-081D-4CAF-9271-3317E8DD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7EF25-B4AD-4631-82E7-C28F5BB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8D90F-D53B-4342-99B0-496A0183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12E52-63B0-4003-8E8C-CE61002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A9EF2-3268-419B-A557-01204D6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Representar un algoritmo mediante pseudocódigo y diagrama.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A40D9-E26A-47F3-8315-CE02B6A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CE75E-A0AA-4086-9872-C5D8A921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Comprobar selección y repetición con una prueba de escritorio.</a:t>
            </a:r>
          </a:p>
        </p:txBody>
      </p:sp>
    </p:spTree>
    <p:extLst>
      <p:ext uri="{BB962C8B-B14F-4D97-AF65-F5344CB8AC3E}">
        <p14:creationId xmlns:p14="http://schemas.microsoft.com/office/powerpoint/2010/main" val="2135699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2C6A6-9524-49D6-9564-B6A12589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59725-7AFC-4812-90AB-56504EE7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6CE45-033B-4C79-A909-E3DEAA09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AB36D-62B9-4737-80BD-D045F5E1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33A2A-62BA-4406-8696-88777FF1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8B9A1-94B6-4063-B20C-31B3D9BB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1. Contrato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50E61-3DE3-42D2-BAE1-DA4ECAD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dominio, centinela, formato de salida y política de rechazo.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817B9-8CAE-41B5-AA5A-937947A7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2. Representación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52EA5-EAD6-4265-AB07-618D598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Escribir pseudocódigo y dibujar el retorno del ciclo y las ramas de validación.</a:t>
            </a:r>
          </a:p>
        </p:txBody>
      </p:sp>
    </p:spTree>
    <p:extLst>
      <p:ext uri="{BB962C8B-B14F-4D97-AF65-F5344CB8AC3E}">
        <p14:creationId xmlns:p14="http://schemas.microsoft.com/office/powerpoint/2010/main" val="355168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35BBE-227C-418E-B056-56069A7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76183-F4A2-4586-A29C-9C8CC787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3435-A9D7-4BE6-91A5-4B195E3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A2CB1-8514-4693-9E50-9763D97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B8195-74A3-42BF-A0E6-389D8A6C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31A4A-AD14-4E93-A012-EADF64B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3. Prueba de escritorio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0C82B-E99B-402F-AE47-408A9211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estados para secuencias normal, vacía e inválida, sin ejecutar primero.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6772D-F8EE-43B5-B4EB-C4CC19B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4. Comprobación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6EFE-983B-4CF3-BFC2-731FBCC4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en Python, comparar con trazas y corregir diferencias.</a:t>
            </a:r>
          </a:p>
        </p:txBody>
      </p:sp>
    </p:spTree>
    <p:extLst>
      <p:ext uri="{BB962C8B-B14F-4D97-AF65-F5344CB8AC3E}">
        <p14:creationId xmlns:p14="http://schemas.microsoft.com/office/powerpoint/2010/main" val="2068050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6B012-FDF8-40BC-9C5A-239FBA17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338D-AEF0-463F-9615-37897038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Requisitos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DEF66-3B9A-4E87-9F31-01271F9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291A8-82E1-497F-AE32-F53E3F3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0EE12-E703-4940-9596-336306D0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4019D-2F36-4F9F-9F20-EF3A28E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E3336-5BF7-4EFE-875C-4DD070F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Entregar pseudocódigo y diagrama antes de implementar.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5C928-80A7-4951-BD15-B64006F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F5E4-C13A-4C3A-A4B2-ADD2CD9D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Excluir centinela y rechazos de cantidad y suma.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EC404-CCE0-472F-BF34-7ACDB7C4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EF3C4-B7B2-45FA-B871-237C6DF0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Mostrar Sin datos cuando no existan consumos válidos.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CC674-A748-4EC0-A282-B76C5C3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4B917-3FFB-4D44-9E80-1DF87C3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535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la comprobación en Python; no usar listas para acumular datos.</a:t>
            </a:r>
          </a:p>
        </p:txBody>
      </p:sp>
    </p:spTree>
    <p:extLst>
      <p:ext uri="{BB962C8B-B14F-4D97-AF65-F5344CB8AC3E}">
        <p14:creationId xmlns:p14="http://schemas.microsoft.com/office/powerpoint/2010/main" val="1847246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08F6C-9AB3-44D7-B047-BF109F2B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3D755-94F3-4972-9F5A-2781F530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97AC9-34EE-4A69-9A8E-0C1F574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12EA9-0163-4D88-BD7D-2A93947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0CDBE-49D9-4446-A540-C16D9FD7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DE9F4-4DFC-43EA-8892-1B6FA554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10,20,-1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DE486-48E0-4FEF-8616-5686D33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suma 30; promedio 15.00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B115F-01A4-44F0-9FA5-4696EDC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D4BA5-CA6D-4F91-AA1C-4AB95324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Sin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5EB64-1F00-4EC8-B99D-62A8652C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-2,101,4,-1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08B65-7213-4857-AC42-3F37B31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dos rechazos; cantidad 1; suma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6370D-0D43-44AE-A9E2-180CA66C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0,100,-1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2A782-8284-4450-B632-4BD94D5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suma 100; promedio 50.00</a:t>
            </a:r>
          </a:p>
        </p:txBody>
      </p:sp>
    </p:spTree>
    <p:extLst>
      <p:ext uri="{BB962C8B-B14F-4D97-AF65-F5344CB8AC3E}">
        <p14:creationId xmlns:p14="http://schemas.microsoft.com/office/powerpoint/2010/main" val="611991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3D581-E794-40B0-9677-E95E754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48C61-32F2-4B0C-8CF3-C99B9DD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8890F-6967-4237-A9E3-B69A4CF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A1D57-4FE7-492F-A731-5256B00D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AB45A-670D-46F8-97BD-21D1B031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9A7F3-5ACA-42FF-9430-865EB5E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CE212-B7F2-4EC6-B626-536FDAC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registro.py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7B186-4C44-4A25-86C2-44A0147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8EB72-1315-4922-918B-B9D1113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diseno.md con pseudocódigo y diagrama legible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CB7E6-6DC8-404F-B690-34BC5145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BF8FC-11BB-40BD-8A29-58D0921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trazas.csv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2CF69-5049-46B8-B94E-3259DD3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BA99F-23EA-4C89-93A6-EA08790E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informe.md y evidencias/PL2.1.md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E2CF0-F9E4-404D-9AE6-BF7013E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6FC0F-5138-405E-A869-AE2AFE65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breve del algoritmo</a:t>
            </a:r>
          </a:p>
        </p:txBody>
      </p:sp>
    </p:spTree>
    <p:extLst>
      <p:ext uri="{BB962C8B-B14F-4D97-AF65-F5344CB8AC3E}">
        <p14:creationId xmlns:p14="http://schemas.microsoft.com/office/powerpoint/2010/main" val="1330059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A9658-BB6B-4D92-9585-D3518A83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567DB-B24B-47AB-8B4C-50B3B1B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Evaluación sobre 10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B40B4-3826-45EA-B2A8-EECA53C6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F3059-EE69-4EB1-BE07-54BE82C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3741D-0B66-4B6D-AA71-C2B020C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B0DCD-D193-4389-8FB2-8117D408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E1376-A030-4154-80CD-AFD4A31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Correctitud y casos de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2B6C1-1DD6-44CA-BA04-D61DF7B5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9D788-1394-4FCB-A7F7-9877D622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Diseño y organización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2D57F-4DD4-4078-BA36-C573E77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E0AE6-4F16-48CD-BA45-576FEAC6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0F220-4CD3-484C-95ED-A25C3887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9A369-AAEC-4521-B233-74CDE90C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00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Defensa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B981B-38B0-4276-A058-D4C4B24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334DF-B1AA-4A72-88A4-8D63353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1881213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EEA51-BDC4-4ED5-93F9-415A269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80F47-C6CD-4CB6-9EA3-3146676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92275-55D7-4534-9A36-8A4B113B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2C0F7-2012-47B3-8FD2-FEE207FF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89E20-1EDE-40F9-BB8C-C6EDF7A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7A43-65C4-4324-97AC-279625D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AEC56-2EBB-4C1D-9246-29B4269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la condición de terminación.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61387-06BC-41E4-B096-81BDCEA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BC7BC-1A9A-4781-80FD-F3EBAF92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el máximo permitido y actualizar los casos.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6D46C-9533-460B-AF95-1BD4E4B9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8EC07-38AC-4138-9DD0-0ECC9647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957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Distinguir contador de acumulador en una traza.</a:t>
            </a:r>
          </a:p>
        </p:txBody>
      </p:sp>
    </p:spTree>
    <p:extLst>
      <p:ext uri="{BB962C8B-B14F-4D97-AF65-F5344CB8AC3E}">
        <p14:creationId xmlns:p14="http://schemas.microsoft.com/office/powerpoint/2010/main" val="2079665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FCD4A-0B62-4FA9-8C75-B81EDB1F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B334C-FE0E-4D9A-BD9F-219A159D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Resultados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103E2-FFBA-4787-90C7-4E53F03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79919-38C3-4205-9701-35A99F92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67012-0D95-4B60-9DC4-73BDFEC4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9E0CD-9659-4D4F-9F73-1341427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0E6E5-94AD-4A4D-9285-60F1BCC0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entradas, salidas reales, comandos y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3D968-37A3-4D90-A034-0A86746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44E83-501C-4499-B19C-D8969BE7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una decisión de diseño mediante un caso ejecutado.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97991-70E5-49EE-AA59-7CDF3749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4A4FC-3947-4825-AB9B-271171B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limitaciones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2088234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2026-09-25T21:16:26.3330000Z</dcterms:created>
  <dcterms:modified xsi:type="dcterms:W3CDTF">2026-09-25T21:16:26.3330000Z</dcterms:modified>
</coreProperties>
</file>