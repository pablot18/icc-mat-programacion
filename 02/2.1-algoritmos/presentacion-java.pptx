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df2ba839543a4" /><Relationship Type="http://schemas.openxmlformats.org/officeDocument/2006/relationships/extended-properties" Target="/docProps/app.xml" Id="R0d9b82e66960454d" /><Relationship Type="http://schemas.openxmlformats.org/officeDocument/2006/relationships/officeDocument" Target="/ppt/presentation.xml" Id="R92d53e609be1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d35fe2059e469c"/>
  </p:sldMasterIdLst>
  <p:notesMasterIdLst>
    <p:notesMasterId xmlns:r="http://schemas.openxmlformats.org/officeDocument/2006/relationships" r:id="R463bbf016ea645b0"/>
  </p:notesMasterIdLst>
  <p:sldIdLst>
    <p:sldId xmlns:r="http://schemas.openxmlformats.org/officeDocument/2006/relationships" id="256" r:id="Ra06aa37c08df4c35"/>
    <p:sldId xmlns:r="http://schemas.openxmlformats.org/officeDocument/2006/relationships" id="257" r:id="R6529bc8a094b4e7e"/>
    <p:sldId xmlns:r="http://schemas.openxmlformats.org/officeDocument/2006/relationships" id="258" r:id="Ra8ed8136df6547b7"/>
    <p:sldId xmlns:r="http://schemas.openxmlformats.org/officeDocument/2006/relationships" id="259" r:id="R5e254e895d1f4eba"/>
    <p:sldId xmlns:r="http://schemas.openxmlformats.org/officeDocument/2006/relationships" id="260" r:id="Rf840a596d6bc4251"/>
    <p:sldId xmlns:r="http://schemas.openxmlformats.org/officeDocument/2006/relationships" id="261" r:id="R0b7980a763a745a7"/>
    <p:sldId xmlns:r="http://schemas.openxmlformats.org/officeDocument/2006/relationships" id="262" r:id="R2a5ed8e7b00a4ced"/>
    <p:sldId xmlns:r="http://schemas.openxmlformats.org/officeDocument/2006/relationships" id="263" r:id="R42f37ccbaab54c1d"/>
    <p:sldId xmlns:r="http://schemas.openxmlformats.org/officeDocument/2006/relationships" id="264" r:id="Rc40323f7710f43e3"/>
    <p:sldId xmlns:r="http://schemas.openxmlformats.org/officeDocument/2006/relationships" id="265" r:id="R92edb333f3a3452d"/>
    <p:sldId xmlns:r="http://schemas.openxmlformats.org/officeDocument/2006/relationships" id="266" r:id="R026459b71eb248de"/>
    <p:sldId xmlns:r="http://schemas.openxmlformats.org/officeDocument/2006/relationships" id="267" r:id="Rb2a70f03940b4b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cbca156108456b" /><Relationship Type="http://schemas.openxmlformats.org/officeDocument/2006/relationships/slideMaster" Target="/ppt/slideMasters/slideMaster1.xml" Id="Ra9d35fe2059e469c" /><Relationship Type="http://schemas.openxmlformats.org/officeDocument/2006/relationships/notesMaster" Target="/ppt/notesMasters/notesMaster1.xml" Id="R463bbf016ea645b0" /><Relationship Type="http://schemas.openxmlformats.org/officeDocument/2006/relationships/presProps" Target="/ppt/presProps.xml" Id="R638682e5fac34010" /><Relationship Type="http://schemas.openxmlformats.org/officeDocument/2006/relationships/tableStyles" Target="/ppt/tableStyles.xml" Id="Rb37e60b4431d4774" /><Relationship Type="http://schemas.openxmlformats.org/officeDocument/2006/relationships/slide" Target="/ppt/slides/slide1.xml" Id="Ra06aa37c08df4c35" /><Relationship Type="http://schemas.openxmlformats.org/officeDocument/2006/relationships/slide" Target="/ppt/slides/slide2.xml" Id="R6529bc8a094b4e7e" /><Relationship Type="http://schemas.openxmlformats.org/officeDocument/2006/relationships/slide" Target="/ppt/slides/slide3.xml" Id="Ra8ed8136df6547b7" /><Relationship Type="http://schemas.openxmlformats.org/officeDocument/2006/relationships/slide" Target="/ppt/slides/slide4.xml" Id="R5e254e895d1f4eba" /><Relationship Type="http://schemas.openxmlformats.org/officeDocument/2006/relationships/slide" Target="/ppt/slides/slide5.xml" Id="Rf840a596d6bc4251" /><Relationship Type="http://schemas.openxmlformats.org/officeDocument/2006/relationships/slide" Target="/ppt/slides/slide6.xml" Id="R0b7980a763a745a7" /><Relationship Type="http://schemas.openxmlformats.org/officeDocument/2006/relationships/slide" Target="/ppt/slides/slide7.xml" Id="R2a5ed8e7b00a4ced" /><Relationship Type="http://schemas.openxmlformats.org/officeDocument/2006/relationships/slide" Target="/ppt/slides/slide8.xml" Id="R42f37ccbaab54c1d" /><Relationship Type="http://schemas.openxmlformats.org/officeDocument/2006/relationships/slide" Target="/ppt/slides/slide9.xml" Id="Rc40323f7710f43e3" /><Relationship Type="http://schemas.openxmlformats.org/officeDocument/2006/relationships/slide" Target="/ppt/slides/slide10.xml" Id="R92edb333f3a3452d" /><Relationship Type="http://schemas.openxmlformats.org/officeDocument/2006/relationships/slide" Target="/ppt/slides/slide11.xml" Id="R026459b71eb248de" /><Relationship Type="http://schemas.openxmlformats.org/officeDocument/2006/relationships/slide" Target="/ppt/slides/slide12.xml" Id="Rb2a70f03940b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4b870cf754a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dd6b4a1a54b15" /><Relationship Type="http://schemas.openxmlformats.org/officeDocument/2006/relationships/notesMaster" Target="/ppt/notesMasters/notesMaster1.xml" Id="R7e1e7718a214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973dbe9d594e6d" /><Relationship Type="http://schemas.openxmlformats.org/officeDocument/2006/relationships/notesMaster" Target="/ppt/notesMasters/notesMaster1.xml" Id="R40aeee584550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6ff38a2c3f487a" /><Relationship Type="http://schemas.openxmlformats.org/officeDocument/2006/relationships/notesMaster" Target="/ppt/notesMasters/notesMaster1.xml" Id="R6e1f08545fbb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b96830d3b4f13" /><Relationship Type="http://schemas.openxmlformats.org/officeDocument/2006/relationships/notesMaster" Target="/ppt/notesMasters/notesMaster1.xml" Id="R83b31aeb93ba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edc071ff784e67" /><Relationship Type="http://schemas.openxmlformats.org/officeDocument/2006/relationships/notesMaster" Target="/ppt/notesMasters/notesMaster1.xml" Id="R5a65d7a4074c4a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d6eab93de4c1d" /><Relationship Type="http://schemas.openxmlformats.org/officeDocument/2006/relationships/notesMaster" Target="/ppt/notesMasters/notesMaster1.xml" Id="Ra42f5b9e44334c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9a416c614b485e" /><Relationship Type="http://schemas.openxmlformats.org/officeDocument/2006/relationships/notesMaster" Target="/ppt/notesMasters/notesMaster1.xml" Id="Rb1fe7b0b65e44c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ff35bbd569400a" /><Relationship Type="http://schemas.openxmlformats.org/officeDocument/2006/relationships/notesMaster" Target="/ppt/notesMasters/notesMaster1.xml" Id="Rca330597adac4f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4bdfee558c42f5" /><Relationship Type="http://schemas.openxmlformats.org/officeDocument/2006/relationships/notesMaster" Target="/ppt/notesMasters/notesMaster1.xml" Id="R8ca575b4279242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c3e4ecb14a4e99" /><Relationship Type="http://schemas.openxmlformats.org/officeDocument/2006/relationships/notesMaster" Target="/ppt/notesMasters/notesMaster1.xml" Id="Rdcea9e2b47e5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64761bf7ca46dd" /><Relationship Type="http://schemas.openxmlformats.org/officeDocument/2006/relationships/notesMaster" Target="/ppt/notesMasters/notesMaster1.xml" Id="R563aba48ee584d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9ee77486ab432c" /><Relationship Type="http://schemas.openxmlformats.org/officeDocument/2006/relationships/notesMaster" Target="/ppt/notesMasters/notesMaster1.xml" Id="Rf980613094db4f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algoritmo describe pasos precisos para obtener un resultado a partir de entradas. Delimitar qué datos recibe, sus unidades y rangos, qué entrega y qué casos rechaza. Un contrato distingue precondiciones de postcondiciones. “Calcular un promedio” es incompleto si no se define qué ocurre con cero observaciones. Descomponer el problema en lectura, procesamiento y presentación evita mezclar reglas con mensajes.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variables con tipo explícito para representar entradas y resultados. Separar el algoritmo del contenedor public class y del punto de entrada main.</a:t>
            </a:r>
          </a:p>
          <a:p xmlns:a="http://schemas.openxmlformats.org/drawingml/2006/main">
            <a:r>
              <a:t>Fuente: https://dev.java/learn/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pseudocódigo expresa el diseño con Leer, Escribir, Si y Mientras sin depender de un compilador. Un diagrama de flujo representa inicio y fin con terminales, entrada y salida con paralelogramos, procesos con rectángulos y decisiones con rombos. Rotular las ramas de una decisión. Un retorno de una flecha debe mostrar dónde se vuelve a comprobar la condición. Mantener correspondencia entre ambos formatos.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llaves delimitan bloques. Indentar facilita la lectura, pero el compilador determina los bloques mediante llaves. No colocar un punto y coma inmediatamente después de la condición de un if.</a:t>
            </a:r>
          </a:p>
          <a:p xmlns:a="http://schemas.openxmlformats.org/drawingml/2006/main">
            <a:r>
              <a:t>Fuente: https://dev.java/learn/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decisión elige un camino y una repetición ejecuta un bloque varias veces. Definir primero si se conoce el número de repeticiones. Un ciclo necesita estado inicial, condición de permanencia y actualización que acerque al final. Un contador mide ocurrencias y un acumulador combina valores. En una suma, inicializar el acumulador en cero; en un producto, en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if, while y for. Un for con tres componentes permite visualizar inicialización, condición y actualización. Respetar el límite inclusivo o exclusivo definido en el contrato.</a:t>
            </a:r>
          </a:p>
          <a:p xmlns:a="http://schemas.openxmlformats.org/drawingml/2006/main">
            <a:r>
              <a:t>Fuente: https://dev.java/learn/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prueba de escritorio registra paso, condición y valores después de cada instrucción relevante. Seleccionar un caso normal, el mínimo permitido, un valor fuera de dominio y un caso que tome la otra rama. La traza permite encontrar errores lógicos aun cuando el programa ejecuta. Terminar no demuestra que el resultado sea correcto; una prueba aislada tampoco cubre todas las entradas.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Compilar comprueba parte de la sintaxis y de los tipos, pero no la corrección del algoritmo. Ejecutar los mismos datos utilizados en la traza y explicar cualquier diferencia.</a:t>
            </a:r>
          </a:p>
          <a:p xmlns:a="http://schemas.openxmlformats.org/drawingml/2006/main">
            <a:r>
              <a:t>Fuente: https://dev.java/learn/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 en java/ejemplos/Demo.java. Calcular el costo de un estacionamiento exige acordar qué significa una fracción de hora y qué ocurre con una duración inválida. El algoritmo debe resolver esas decisiones antes de elegir Python o 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ea55019bc48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ce01eeda8d4356" /><Relationship Type="http://schemas.openxmlformats.org/officeDocument/2006/relationships/slideLayout" Target="/ppt/slideLayouts/slideLayout1.xml" Id="Re759566f6c08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9566f6c08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c46081ec84572" /><Relationship Type="http://schemas.openxmlformats.org/officeDocument/2006/relationships/image" Target="/ppt/media/image.png" Id="R8baa589bb51f405a" /><Relationship Type="http://schemas.openxmlformats.org/officeDocument/2006/relationships/notesSlide" Target="/ppt/notesSlides/notesSlide1.xml" Id="Rd8805a6e01ee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8043997348b4" /><Relationship Type="http://schemas.openxmlformats.org/officeDocument/2006/relationships/notesSlide" Target="/ppt/notesSlides/notesSlide2.xml" Id="R22bbcadf9f5c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964c01e65452b" /><Relationship Type="http://schemas.openxmlformats.org/officeDocument/2006/relationships/notesSlide" Target="/ppt/notesSlides/notesSlide3.xml" Id="Ra4d05de691fb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3069a9e564e31" /><Relationship Type="http://schemas.openxmlformats.org/officeDocument/2006/relationships/notesSlide" Target="/ppt/notesSlides/notesSlide4.xml" Id="Reb58b00174c844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7d833f7f54c9a" /><Relationship Type="http://schemas.openxmlformats.org/officeDocument/2006/relationships/notesSlide" Target="/ppt/notesSlides/notesSlide5.xml" Id="R84125e1c66284e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f32d0cf894454" /><Relationship Type="http://schemas.openxmlformats.org/officeDocument/2006/relationships/notesSlide" Target="/ppt/notesSlides/notesSlide6.xml" Id="Rc378301a81d247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71ab93a6f47e7" /><Relationship Type="http://schemas.openxmlformats.org/officeDocument/2006/relationships/notesSlide" Target="/ppt/notesSlides/notesSlide7.xml" Id="Rd0cec652225d49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1f4ce3de24b31" /><Relationship Type="http://schemas.openxmlformats.org/officeDocument/2006/relationships/notesSlide" Target="/ppt/notesSlides/notesSlide8.xml" Id="R6779f4a79f0343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d2cc259424e59" /><Relationship Type="http://schemas.openxmlformats.org/officeDocument/2006/relationships/notesSlide" Target="/ppt/notesSlides/notesSlide9.xml" Id="Re5ee2d98091540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a3aa1dec425f" /><Relationship Type="http://schemas.openxmlformats.org/officeDocument/2006/relationships/notesSlide" Target="/ppt/notesSlides/notesSlide10.xml" Id="R94bf25c98ecc41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cd089145c46cc" /><Relationship Type="http://schemas.openxmlformats.org/officeDocument/2006/relationships/notesSlide" Target="/ppt/notesSlides/notesSlide11.xml" Id="R6c4b51312c6c42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bb05812644d61" /><Relationship Type="http://schemas.openxmlformats.org/officeDocument/2006/relationships/notesSlide" Target="/ppt/notesSlides/notesSlide12.xml" Id="Re7e4b322869647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a589bb51f405a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7C2F9-7638-4998-B831-3CA03A0E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A6231-20EC-4F82-9166-BFD8C332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Representación y estructuras de algoritmos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F656D-3511-49D1-AEA1-67D8F3EC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FAD56-DDFA-4518-952D-694926B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2 · 2.1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DCE28-ABF1-4E44-9232-3186B72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053945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0047B-A0D0-4734-85AF-64A47785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0BCB4-BD9F-4653-A41D-C0D25A22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AD18-7DC6-4120-B513-9E4F6A2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24715-BE92-4556-BD32-A8F71CD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8A6A4-656A-4EF2-AB49-C1E8F4EF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ABC4F-8D0A-434F-B055-23BBC5C0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Calcular el costo de un estacionamiento exige acordar qué significa una fracción de hora y qué ocurre con una duración inválida. El algoritmo debe resolver esas decisiones antes de elegir Python o Java.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0D226-9DCA-42E0-A622-9AFD0A3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Anticipar entradas, reglas y salida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421431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7E37C-98D7-4BBC-8A12-A023144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BC056-CF94-40AD-8A03-7E9874AA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Problema, contrato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55428-EB4D-48AD-AEA4-40ABB4D2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452CA-1322-456D-9730-CFA1A68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765EF-F178-4C26-BA42-C3E481DA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1F6E3-E4A7-40AA-93B2-D535F22D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algoritmo describe pasos precisos para obtener un resultado a partir de entradas. Delimitar qué datos recibe, sus unidades y rangos, qué entrega y qué casos rechaza.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0BB57-D86F-4B95-879F-4B165EF7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 horas = 3;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 tarifa = 2;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 costo = horas * tarifa;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598F2-A84B-48E1-A792-F06B5B9E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variables con tipo explícito para representar entradas y resultados.</a:t>
            </a:r>
          </a:p>
        </p:txBody>
      </p:sp>
    </p:spTree>
    <p:extLst>
      <p:ext uri="{BB962C8B-B14F-4D97-AF65-F5344CB8AC3E}">
        <p14:creationId xmlns:p14="http://schemas.microsoft.com/office/powerpoint/2010/main" val="1666676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D895-DF06-44E1-AD22-6C85173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A82DD-EB14-4A7E-B32C-03C15082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Pseudocódigo y diagramas de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AB122-6578-46CB-9314-1E36BFD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D79C-797B-411F-B7F8-C338422A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47AE7-35B2-4FB6-B94E-6615C640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964B9-4645-4C71-9420-D5E7C14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pseudocódigo expresa el diseño con Leer, Escribir, Si y Mientras sin depender de un compilador. Un diagrama de flujo representa inicio y fin con terminales, entrada y salida con paralelogramos, procesos con rectángulos y decisiones con rombos.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CD712-656E-434B-A2F2-99BFF545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if (horas &gt; 0) {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System.out.println(costo);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F8715-5401-4E7E-9EEA-A53E81A3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llaves delimitan bloques.</a:t>
            </a:r>
          </a:p>
        </p:txBody>
      </p:sp>
    </p:spTree>
    <p:extLst>
      <p:ext uri="{BB962C8B-B14F-4D97-AF65-F5344CB8AC3E}">
        <p14:creationId xmlns:p14="http://schemas.microsoft.com/office/powerpoint/2010/main" val="1862580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AE83F-B829-4F41-80B3-E3E87474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E7BB-F3D0-4F86-92BA-720F7B28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Decisión y repetición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7189B-1B37-4DE0-BE4D-7951F11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C7E96-F485-4F61-89D6-AC58293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EBA4B-120E-4E9D-84B2-E65B5446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071F7-DE37-48DA-B674-1DED791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decisión elige un camino y una repetición ejecuta un bloque varias veces. Definir primero si se conoce el número de repeticiones.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5074E-D160-426B-8749-25DC003A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 total = 0;</a:t>
            </a:r>
          </a:p>
          <a:p xmlns:a="http://schemas.openxmlformats.org/drawingml/2006/main">
            <a:pPr>
              <a:def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(int numero = 1; numero &lt;= 3; numero++) {</a:t>
            </a:r>
          </a:p>
          <a:p xmlns:a="http://schemas.openxmlformats.org/drawingml/2006/main">
            <a:pPr>
              <a:def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total += numero;</a:t>
            </a:r>
          </a:p>
          <a:p xmlns:a="http://schemas.openxmlformats.org/drawingml/2006/main">
            <a:pPr>
              <a:def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93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5A96D-CDFA-4FA8-B2B6-0C74A515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if, while y for.</a:t>
            </a:r>
          </a:p>
        </p:txBody>
      </p:sp>
    </p:spTree>
    <p:extLst>
      <p:ext uri="{BB962C8B-B14F-4D97-AF65-F5344CB8AC3E}">
        <p14:creationId xmlns:p14="http://schemas.microsoft.com/office/powerpoint/2010/main" val="1044100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426FD-18F8-4A66-94E1-2F026C2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371F0-A3C2-4327-826C-F3AD457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Prueba de escritorio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1B801-7191-4631-8062-2561AE8C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0491F-6C79-4FC5-AC0F-C6DBB679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B5298-29CC-4DDB-A7AC-FCE9F54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DD3CA-461D-4781-8FA5-F84F7A35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prueba de escritorio registra paso, condición y valores después de cada instrucción relevante. Seleccionar un caso normal, el mínimo permitido, un valor fuera de dominio y un caso que tome la otra rama.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6F6AD-AC4B-49B0-9BB6-8710814D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 minutos = -1;</a:t>
            </a:r>
          </a:p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System.out.println(minutos &lt; 0 ? "Duración inválida" : "Duración válida");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54ADE-2385-4DC4-A49F-8D02897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Compilar comprueba parte de la sintaxis y de los tipos, pero no la corrección del algoritmo.</a:t>
            </a:r>
          </a:p>
        </p:txBody>
      </p:sp>
    </p:spTree>
    <p:extLst>
      <p:ext uri="{BB962C8B-B14F-4D97-AF65-F5344CB8AC3E}">
        <p14:creationId xmlns:p14="http://schemas.microsoft.com/office/powerpoint/2010/main" val="17060452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54C2E-2686-4B7D-882B-BA7246EE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B64DD-8C9A-491E-AFC4-7D26FA9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recorrido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B9D89-804A-4075-AEED-61EC6914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FBF0C-C4D0-456A-A284-209B4AE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9B904-A055-4CCC-A1A3-6025F91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E6BA4-CD5C-488A-AE2B-6A3BB982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A68E4-F951-4CFE-B03F-620B4621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AF024-62F1-4152-BEF0-E97855F4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definidos en 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A0961-BAB7-44CC-8CA5-87DF85E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EA266-E636-442C-915F-1354A28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A6D73-2C4B-46D9-9DE9-E0E2076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D25F0-D970-4773-899D-A4866C83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Pseudocódigo y diagramas de flujo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06518-590B-4E6F-A0FA-36333EB6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E26A7-A74E-4AE3-905D-1F583581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8B760-E0E4-42CA-9AF2-85C84D1C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567A1-1950-4133-9016-91AFD60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Horas: 3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Costo: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3B5F6-CBD7-44F4-A82D-6985D896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Conservar el contrato al cambiar de lenguaje.</a:t>
            </a:r>
          </a:p>
        </p:txBody>
      </p:sp>
    </p:spTree>
    <p:extLst>
      <p:ext uri="{BB962C8B-B14F-4D97-AF65-F5344CB8AC3E}">
        <p14:creationId xmlns:p14="http://schemas.microsoft.com/office/powerpoint/2010/main" val="254914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CC995-A2C4-443A-99FC-A82D0B22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23BA9-8EB9-4C63-A5F7-228C155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guiada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E1319-275B-468F-A380-77E7A016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A29E9-492E-49C0-BBE0-D101E7E8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5F772-3C71-49AC-A772-FAD410D6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3EE08-DDD3-435F-B96F-1BE65CF1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class Demo {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public static void main(String[] args) {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int minutos = 125;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if (minutos &lt; 0) {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System.out.println("Duración inválida");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} else {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int horas = (minutos + 59) / 60;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System.out.println("Horas: " + horas);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System.out.println("Costo: " + horas * 2);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>
              <a:def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49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8114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B452C-9A1E-4B06-A359-D028A22F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A36B9-33D6-4D32-999B-F261B3EE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esperado y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F2A8F-F610-43F7-98FA-4D42D8D2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13D2D-A9A8-4A78-879D-B9953B8D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28166-FB17-4F49-9CF8-4DB50F8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D65BF-0D4A-4857-814C-32B17193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38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Horas: 3</a:t>
            </a:r>
          </a:p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Costo: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DCEB6-3EE7-45FB-B1DB-012E3693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714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con los datos indicados.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cada línea con una instrucción.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dato y anticipar la nueva salida.</a:t>
            </a:r>
          </a:p>
        </p:txBody>
      </p:sp>
    </p:spTree>
    <p:extLst>
      <p:ext uri="{BB962C8B-B14F-4D97-AF65-F5344CB8AC3E}">
        <p14:creationId xmlns:p14="http://schemas.microsoft.com/office/powerpoint/2010/main" val="4674791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ABC9E-DD11-4DC8-A914-D3BADB2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B80CD-7685-4725-A078-6AE7F61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PC2.1 · Problema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B1131-DF90-4848-A13F-9026ED8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FEC29-6A3E-4199-8F0D-5B8A20C8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24E38-2779-4CF2-A844-EF398DAE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7E2C5-1F23-4705-A092-4D38B591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7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Diseñar un algoritmo para sumar consumos enteros no negativos hasta recibir -1. Rechazar otros negativos sin acumularlos. Producir pseudocódigo, diagrama y prueba de escritorio. Mostrar cantidad y suma; no calcular promedio cuando no existan datos. Implementar en un lenguaje solo después de comprobar el diseño.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4825D-F96A-4660-BA46-897FD2C3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Resolver de forma autónoma y registrar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1530834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27780-2E15-4791-B00B-755C65E5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38B5-BECF-4C85-8C91-3205A571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PC2.1 · 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133EA-5A4C-48DA-8BE2-C700450D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DF7FB-8278-4DED-9929-8CBEABD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163D6-FAB2-45C4-ACB3-98C151CF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AA80A-28D8-4A6C-A241-2BA2556C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5, 3, 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769C3-B336-468F-96F8-1C5BD83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suma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54F74-9218-4886-BE9B-817ACA1B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2A39E-93B3-4709-8DE4-9948A03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0; suma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87A4A-ED32-46AF-85E9-A276D35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-2, 4, -1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EBEA7-880F-43F5-A240-DEC43108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rechazar -2; cantidad 1; suma 4</a:t>
            </a:r>
          </a:p>
        </p:txBody>
      </p:sp>
    </p:spTree>
    <p:extLst>
      <p:ext uri="{BB962C8B-B14F-4D97-AF65-F5344CB8AC3E}">
        <p14:creationId xmlns:p14="http://schemas.microsoft.com/office/powerpoint/2010/main" val="728733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8B918-AAC8-43EA-840F-413D9E6C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7E434-CC69-4578-8D04-A5458D52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43FE1-CC15-45B7-9D5B-31912BDB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FA8B6-CA31-4BD2-8265-BD4102C0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C5F2B-FB08-4F71-8303-24B4C222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4B60-3296-4986-AEE4-61AB34F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6839-E0A2-42C5-9A37-366A4573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Especificar entradas, salidas y restricciones.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02C5D-EA41-4188-BA85-BC21DC9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95BC7-9C31-41E5-A799-3E3C10B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Dibujar la condición y el retorno de cada ciclo.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C169-07DA-4DA4-A289-9FF2911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0CD3D-16DA-417D-9EC5-EA131DA3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Validar con trazas normales y de frontera.</a:t>
            </a:r>
          </a:p>
        </p:txBody>
      </p:sp>
    </p:spTree>
    <p:extLst>
      <p:ext uri="{BB962C8B-B14F-4D97-AF65-F5344CB8AC3E}">
        <p14:creationId xmlns:p14="http://schemas.microsoft.com/office/powerpoint/2010/main" val="1900267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2026-09-25T21:15:42.2720000Z</dcterms:created>
  <dcterms:modified xsi:type="dcterms:W3CDTF">2026-09-25T21:15:42.2720000Z</dcterms:modified>
</coreProperties>
</file>