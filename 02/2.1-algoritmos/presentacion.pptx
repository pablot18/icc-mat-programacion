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53d0945b6e479f" /><Relationship Type="http://schemas.openxmlformats.org/officeDocument/2006/relationships/extended-properties" Target="/docProps/app.xml" Id="Rae986554a5d14a56" /><Relationship Type="http://schemas.openxmlformats.org/officeDocument/2006/relationships/officeDocument" Target="/ppt/presentation.xml" Id="Radb1988fb59146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a26ab231104053"/>
  </p:sldMasterIdLst>
  <p:notesMasterIdLst>
    <p:notesMasterId xmlns:r="http://schemas.openxmlformats.org/officeDocument/2006/relationships" r:id="R153263c59c594ffe"/>
  </p:notesMasterIdLst>
  <p:sldIdLst>
    <p:sldId xmlns:r="http://schemas.openxmlformats.org/officeDocument/2006/relationships" id="256" r:id="Rc95d0c2cb60d4de6"/>
    <p:sldId xmlns:r="http://schemas.openxmlformats.org/officeDocument/2006/relationships" id="257" r:id="R6c18ce902d514a86"/>
    <p:sldId xmlns:r="http://schemas.openxmlformats.org/officeDocument/2006/relationships" id="258" r:id="Ref7dce7e67f246eb"/>
    <p:sldId xmlns:r="http://schemas.openxmlformats.org/officeDocument/2006/relationships" id="259" r:id="R0d03a0a9b2404936"/>
    <p:sldId xmlns:r="http://schemas.openxmlformats.org/officeDocument/2006/relationships" id="260" r:id="Reb6fa74e5e9e46eb"/>
    <p:sldId xmlns:r="http://schemas.openxmlformats.org/officeDocument/2006/relationships" id="261" r:id="R5417256fe55d4de5"/>
    <p:sldId xmlns:r="http://schemas.openxmlformats.org/officeDocument/2006/relationships" id="262" r:id="R1b7488c206c0408e"/>
    <p:sldId xmlns:r="http://schemas.openxmlformats.org/officeDocument/2006/relationships" id="263" r:id="R69b3d02e904640b4"/>
    <p:sldId xmlns:r="http://schemas.openxmlformats.org/officeDocument/2006/relationships" id="264" r:id="R8680eee9985c4c7d"/>
    <p:sldId xmlns:r="http://schemas.openxmlformats.org/officeDocument/2006/relationships" id="265" r:id="Rb86fc54ff71d4575"/>
    <p:sldId xmlns:r="http://schemas.openxmlformats.org/officeDocument/2006/relationships" id="266" r:id="R588522182930448e"/>
    <p:sldId xmlns:r="http://schemas.openxmlformats.org/officeDocument/2006/relationships" id="267" r:id="R640824dee38b46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eb51d9ca8941b5" /><Relationship Type="http://schemas.openxmlformats.org/officeDocument/2006/relationships/slideMaster" Target="/ppt/slideMasters/slideMaster1.xml" Id="R89a26ab231104053" /><Relationship Type="http://schemas.openxmlformats.org/officeDocument/2006/relationships/notesMaster" Target="/ppt/notesMasters/notesMaster1.xml" Id="R153263c59c594ffe" /><Relationship Type="http://schemas.openxmlformats.org/officeDocument/2006/relationships/presProps" Target="/ppt/presProps.xml" Id="Rfc242b67c9bc41b9" /><Relationship Type="http://schemas.openxmlformats.org/officeDocument/2006/relationships/tableStyles" Target="/ppt/tableStyles.xml" Id="Rdb67564479394b82" /><Relationship Type="http://schemas.openxmlformats.org/officeDocument/2006/relationships/slide" Target="/ppt/slides/slide1.xml" Id="Rc95d0c2cb60d4de6" /><Relationship Type="http://schemas.openxmlformats.org/officeDocument/2006/relationships/slide" Target="/ppt/slides/slide2.xml" Id="R6c18ce902d514a86" /><Relationship Type="http://schemas.openxmlformats.org/officeDocument/2006/relationships/slide" Target="/ppt/slides/slide3.xml" Id="Ref7dce7e67f246eb" /><Relationship Type="http://schemas.openxmlformats.org/officeDocument/2006/relationships/slide" Target="/ppt/slides/slide4.xml" Id="R0d03a0a9b2404936" /><Relationship Type="http://schemas.openxmlformats.org/officeDocument/2006/relationships/slide" Target="/ppt/slides/slide5.xml" Id="Reb6fa74e5e9e46eb" /><Relationship Type="http://schemas.openxmlformats.org/officeDocument/2006/relationships/slide" Target="/ppt/slides/slide6.xml" Id="R5417256fe55d4de5" /><Relationship Type="http://schemas.openxmlformats.org/officeDocument/2006/relationships/slide" Target="/ppt/slides/slide7.xml" Id="R1b7488c206c0408e" /><Relationship Type="http://schemas.openxmlformats.org/officeDocument/2006/relationships/slide" Target="/ppt/slides/slide8.xml" Id="R69b3d02e904640b4" /><Relationship Type="http://schemas.openxmlformats.org/officeDocument/2006/relationships/slide" Target="/ppt/slides/slide9.xml" Id="R8680eee9985c4c7d" /><Relationship Type="http://schemas.openxmlformats.org/officeDocument/2006/relationships/slide" Target="/ppt/slides/slide10.xml" Id="Rb86fc54ff71d4575" /><Relationship Type="http://schemas.openxmlformats.org/officeDocument/2006/relationships/slide" Target="/ppt/slides/slide11.xml" Id="R588522182930448e" /><Relationship Type="http://schemas.openxmlformats.org/officeDocument/2006/relationships/slide" Target="/ppt/slides/slide12.xml" Id="R640824dee38b46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31e122099440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42e0be7cc54fc2" /><Relationship Type="http://schemas.openxmlformats.org/officeDocument/2006/relationships/notesMaster" Target="/ppt/notesMasters/notesMaster1.xml" Id="Rd5693844e3ce46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d67ede4d314bac" /><Relationship Type="http://schemas.openxmlformats.org/officeDocument/2006/relationships/notesMaster" Target="/ppt/notesMasters/notesMaster1.xml" Id="R32fd12697fa8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dc7d45ebe745bd" /><Relationship Type="http://schemas.openxmlformats.org/officeDocument/2006/relationships/notesMaster" Target="/ppt/notesMasters/notesMaster1.xml" Id="Rd9fbf5eeea564a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2f7ccec56d4fe5" /><Relationship Type="http://schemas.openxmlformats.org/officeDocument/2006/relationships/notesMaster" Target="/ppt/notesMasters/notesMaster1.xml" Id="R6ffd3748de7b40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e73f8aa33548f2" /><Relationship Type="http://schemas.openxmlformats.org/officeDocument/2006/relationships/notesMaster" Target="/ppt/notesMasters/notesMaster1.xml" Id="R0e8a2ab8624944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d21ac744e140e7" /><Relationship Type="http://schemas.openxmlformats.org/officeDocument/2006/relationships/notesMaster" Target="/ppt/notesMasters/notesMaster1.xml" Id="R6046dbf1894a40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2c6d4430594f69" /><Relationship Type="http://schemas.openxmlformats.org/officeDocument/2006/relationships/notesMaster" Target="/ppt/notesMasters/notesMaster1.xml" Id="Rc633dec2f90741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3df009f32a4c32" /><Relationship Type="http://schemas.openxmlformats.org/officeDocument/2006/relationships/notesMaster" Target="/ppt/notesMasters/notesMaster1.xml" Id="R699e569762b344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f7113c18834239" /><Relationship Type="http://schemas.openxmlformats.org/officeDocument/2006/relationships/notesMaster" Target="/ppt/notesMasters/notesMaster1.xml" Id="R55f19d66fd8041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585ef750fe4474" /><Relationship Type="http://schemas.openxmlformats.org/officeDocument/2006/relationships/notesMaster" Target="/ppt/notesMasters/notesMaster1.xml" Id="Rf898c0154bbe45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c56c243ad14f71" /><Relationship Type="http://schemas.openxmlformats.org/officeDocument/2006/relationships/notesMaster" Target="/ppt/notesMasters/notesMaster1.xml" Id="Rc5e52ff9d80840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ecdff23d1948b9" /><Relationship Type="http://schemas.openxmlformats.org/officeDocument/2006/relationships/notesMaster" Target="/ppt/notesMasters/notesMaster1.xml" Id="R578949beb4b4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algoritmo describe pasos precisos para obtener un resultado a partir de entradas. Delimitar qué datos recibe, sus unidades y rangos, qué entrega y qué casos rechaza. Un contrato distingue precondiciones de postcondiciones. “Calcular un promedio” es incompleto si no se define qué ocurre con cero observaciones. Descomponer el problema en lectura, procesamiento y presentación evita mezclar reglas con mensajes.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nombres descriptivos y traducir una operación por paso. La ejecución secuencial permite observar cómo cambia cada variable. En esta unidad, priorizar el diseño y la traza sobre la sintaxis.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pseudocódigo expresa el diseño con Leer, Escribir, Si y Mientras sin depender de un compilador. Un diagrama de flujo representa inicio y fin con terminales, entrada y salida con paralelogramos, procesos con rectángulos y decisiones con rombos. Rotular las ramas de una decisión. Un retorno de una flecha debe mostrar dónde se vuelve a comprobar la condición. Mantener correspondencia entre ambos formatos.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sangría de Python también delimita bloques: no es solo presentación. Al traducir pseudocódigo, reemplazar palabras de diseño por instrucciones válidas y conservar la misma condición.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decisión elige un camino y una repetición ejecuta un bloque varias veces. Definir primero si se conoce el número de repeticiones. Un ciclo necesita estado inicial, condición de permanencia y actualización que acerque al final. Un contador mide ocurrencias y un acumulador combina valores. En una suma, inicializar el acumulador en cero; en un producto, en 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Usar if para selección, while para repetición condicionada y for para recorrer una secuencia. No modificar la variable de control por intuición: escribir la traza y observar si progresa.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prueba de escritorio registra paso, condición y valores después de cada instrucción relevante. Seleccionar un caso normal, el mínimo permitido, un valor fuera de dominio y un caso que tome la otra rama. La traza permite encontrar errores lógicos aun cuando el programa ejecuta. Terminar no demuestra que el resultado sea correcto; una prueba aislada tampoco cubre todas las entradas.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 la salida del programa con una tabla calculada de forma independiente. Mostrar datos concretos y mensajes de rechazo, sin presentar una excepción técnica como respuesta del dominio.</a:t>
            </a:r>
          </a:p>
          <a:p xmlns:a="http://schemas.openxmlformats.org/drawingml/2006/main">
            <a:r>
              <a:t>Fuente: https://docs.python.org/3.14/tutorial/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completo en python/ejemplos/demo.py. Calcular el costo de un estacionamiento exige acordar qué significa una fracción de hora y qué ocurre con una duración inválida. El algoritmo debe resolver esas decisiones antes de elegir Python o 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cf8307a4740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a2feb9b02045c6" /><Relationship Type="http://schemas.openxmlformats.org/officeDocument/2006/relationships/slideLayout" Target="/ppt/slideLayouts/slideLayout1.xml" Id="Ra23a809f18a24f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a809f18a24f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f5698ac424ab8" /><Relationship Type="http://schemas.openxmlformats.org/officeDocument/2006/relationships/image" Target="/ppt/media/image.png" Id="R55b1c4bed8b243c2" /><Relationship Type="http://schemas.openxmlformats.org/officeDocument/2006/relationships/notesSlide" Target="/ppt/notesSlides/notesSlide1.xml" Id="R588bb168f55a49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3e6763f5f4970" /><Relationship Type="http://schemas.openxmlformats.org/officeDocument/2006/relationships/notesSlide" Target="/ppt/notesSlides/notesSlide2.xml" Id="R577485a9956f4e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df110abf04624" /><Relationship Type="http://schemas.openxmlformats.org/officeDocument/2006/relationships/notesSlide" Target="/ppt/notesSlides/notesSlide3.xml" Id="Rfae452410fda49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df098539d4e3e" /><Relationship Type="http://schemas.openxmlformats.org/officeDocument/2006/relationships/notesSlide" Target="/ppt/notesSlides/notesSlide4.xml" Id="R051e1312cf6b44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4ef7706984e31" /><Relationship Type="http://schemas.openxmlformats.org/officeDocument/2006/relationships/notesSlide" Target="/ppt/notesSlides/notesSlide5.xml" Id="Raee0a06f5fcf4b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20e46dc914821" /><Relationship Type="http://schemas.openxmlformats.org/officeDocument/2006/relationships/notesSlide" Target="/ppt/notesSlides/notesSlide6.xml" Id="R53de57ff56644b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6a485ce174faf" /><Relationship Type="http://schemas.openxmlformats.org/officeDocument/2006/relationships/notesSlide" Target="/ppt/notesSlides/notesSlide7.xml" Id="R338aa77beae949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f4e5e519e4184" /><Relationship Type="http://schemas.openxmlformats.org/officeDocument/2006/relationships/notesSlide" Target="/ppt/notesSlides/notesSlide8.xml" Id="R383db58f2db34e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29739cf474691" /><Relationship Type="http://schemas.openxmlformats.org/officeDocument/2006/relationships/notesSlide" Target="/ppt/notesSlides/notesSlide9.xml" Id="R54aac527da8e47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55a7eef3a4158" /><Relationship Type="http://schemas.openxmlformats.org/officeDocument/2006/relationships/notesSlide" Target="/ppt/notesSlides/notesSlide10.xml" Id="R98891729a69c45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a729db56e4de6" /><Relationship Type="http://schemas.openxmlformats.org/officeDocument/2006/relationships/notesSlide" Target="/ppt/notesSlides/notesSlide11.xml" Id="R881029a7193948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d0dff0aeb4907" /><Relationship Type="http://schemas.openxmlformats.org/officeDocument/2006/relationships/notesSlide" Target="/ppt/notesSlides/notesSlide12.xml" Id="R924cc23cae474a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1c4bed8b243c2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86016-4F3F-4A5D-944B-11F0AFBF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1928F-BF9D-483A-A598-9FBCF331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Representación y estructuras de algoritmos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93F77-83AD-414B-9207-4B72EF05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7C2DA-F8A5-4305-A95E-CF238D22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2 · 2.1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FE0BD-EC18-4B5E-A8BC-0134068A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2125397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804A6-42A3-4B9E-A852-2473464F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8F5CE-AC95-4244-B0B1-C11901A3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AA8E4-D483-45E7-99A7-BDDFE846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EE098-298E-4B49-AF6F-81F2FFA7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CFBCB-20FB-4906-9ACD-BE0B0FE9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C0553-D1C0-41E7-8898-20FEF914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Calcular el costo de un estacionamiento exige acordar qué significa una fracción de hora y qué ocurre con una duración inválida. El algoritmo debe resolver esas decisiones antes de elegir Python o Java.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659DE-1145-4D85-8AFA-39CEA20D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Anticipar entradas, reglas y salida antes de ejecutar.</a:t>
            </a:r>
          </a:p>
        </p:txBody>
      </p:sp>
    </p:spTree>
    <p:extLst>
      <p:ext uri="{BB962C8B-B14F-4D97-AF65-F5344CB8AC3E}">
        <p14:creationId xmlns:p14="http://schemas.microsoft.com/office/powerpoint/2010/main" val="417222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064C9-2DE9-4580-970A-206C9C77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7EE6B-628D-48BB-B642-EB866857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Problema, contrato y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77451-DBD7-4380-B1A1-219444C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8142A-9AC7-4A54-AA5C-9C7B92AE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B3D5F-1AFF-4B73-B5B3-C39CA296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40ABC-D985-4692-BE9C-C915EB77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 algoritmo describe pasos precisos para obtener un resultado a partir de entradas. Delimitar qué datos recibe, sus unidades y rangos, qué entrega y qué casos rechaza.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35AF2-06FA-4A3D-84EC-0C3E07FA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horas = 3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tarifa = 2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costo = horas * tarifa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D0E63-9814-497D-91CF-44B3A6DA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Usar nombres descriptivos y traducir una operación por paso.</a:t>
            </a:r>
          </a:p>
        </p:txBody>
      </p:sp>
    </p:spTree>
    <p:extLst>
      <p:ext uri="{BB962C8B-B14F-4D97-AF65-F5344CB8AC3E}">
        <p14:creationId xmlns:p14="http://schemas.microsoft.com/office/powerpoint/2010/main" val="336001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A79E9-2028-4A73-998B-AA611C05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34852-69A3-4DFB-99BE-5BADB9A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Pseudocódigo y diagramas de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64281-E663-423C-9366-17625FB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1B718-7D58-4139-8C2E-4B379C7A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777A1-CA22-4582-949F-C7FB6EAA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1E69D-47B8-4D48-BC17-777E654C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 pseudocódigo expresa el diseño con Leer, Escribir, Si y Mientras sin depender de un compilador. Un diagrama de flujo representa inicio y fin con terminales, entrada y salida con paralelogramos, procesos con rectángulos y decisiones con rombos.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FAEB8-C1B8-4899-943B-F3CE83CB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if horas &gt; 0: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print(costo)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C9BC5-2D20-4D55-BDC9-2E3297DE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La sangría de Python también delimita bloques: no es solo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337152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01CDA-F445-4D59-BE49-2BB429D9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05174-A99C-45F7-A7C1-A313EF24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Decisión y repetición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EB0FD-1EBD-42FE-B2CD-0E47476A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0FE7F-69C4-4AE5-AAF2-75F6CD06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ED591-ABE1-44DB-BF29-C1702902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E4DFF-BB37-4C23-9419-4E0C52C1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decisión elige un camino y una repetición ejecuta un bloque varias veces. Definir primero si se conoce el número de repeticiones.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A3871-9874-4A3F-BCB5-50F703B7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total = 0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 numero in range(1, 4):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total += numero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D040D-5D12-468B-B4A3-25945EB5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Usar if para selección, while para repetición condicionada y for para recorrer una secuencia.</a:t>
            </a:r>
          </a:p>
        </p:txBody>
      </p:sp>
    </p:spTree>
    <p:extLst>
      <p:ext uri="{BB962C8B-B14F-4D97-AF65-F5344CB8AC3E}">
        <p14:creationId xmlns:p14="http://schemas.microsoft.com/office/powerpoint/2010/main" val="1448522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203C6-AAB7-4952-B823-9E8DE42B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EE2EF-721C-4187-83ED-F61A2078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Prueba de escritorio y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0CFCF-2928-409C-8E90-14B138E8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679AC-B1DB-47B9-957B-F378FBDE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8476A-8600-4D9B-BCE2-DBA8D89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FEEB4-C360-4484-AE8A-E8A7E712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810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prueba de escritorio registra paso, condición y valores después de cada instrucción relevante. Seleccionar un caso normal, el mínimo permitido, un valor fuera de dominio y un caso que tome la otra rama.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4DCD4-F697-41CA-A870-A4B504BC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minutos = -1</a:t>
            </a:r>
          </a:p>
          <a:p xmlns:a="http://schemas.openxmlformats.org/drawingml/2006/main">
            <a:pPr>
              <a:def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print("Duración inválida" if minutos &lt; 0 else "Duración válida")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973D0-0019-493C-AC67-D4BF0892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Comparar la salida del programa con una tabla calculada de forma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500612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8E7B0E-F6D8-4EF6-A9F8-A54D059F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AC0B0-BC20-480A-B165-7C39E626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Contrato y recorrido de la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D9558-86D5-4D4D-859F-8236723C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45D25-58D2-4E6A-B4B9-DD7B73C0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1433E-34AC-4772-8933-0AB7093F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B7E52-6CFA-4025-B0CA-0059C52A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82233-C6A8-438E-A379-7CF6FAEE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B45B6-8922-4D71-BB3E-60EB1938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Datos definidos en el ejemplo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0794C-D13B-4077-ADBB-D3A8D11F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E3A0B-44F9-46FF-AF3A-13FCB4A2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EE68B-04C8-433F-BFCD-170A00E0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PROCESO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FBDC5-44D3-46DC-A0C7-501C04C3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Pseudocódigo y diagramas de flujo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4C151-2BE7-48F5-AE71-0D8EFB3E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95625"/>
            <a:ext cx="38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C691A-DAD9-48B0-A231-45A5A476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047875"/>
            <a:ext cx="32861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12AE20-8168-4A17-B1A2-3EEEB230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860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SALIDA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6580D-6401-4222-8258-9DAE8508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285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Horas: 3</a:t>
            </a:r>
          </a:p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Costo: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79A4F-F6BC-4610-9D6C-BB67BF45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Conservar el contrato al cambiar de lenguaje.</a:t>
            </a:r>
          </a:p>
        </p:txBody>
      </p:sp>
    </p:spTree>
    <p:extLst>
      <p:ext uri="{BB962C8B-B14F-4D97-AF65-F5344CB8AC3E}">
        <p14:creationId xmlns:p14="http://schemas.microsoft.com/office/powerpoint/2010/main" val="1677674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0D0A9-A2B1-4E21-8787-037FD806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4B2E8-7903-4273-B1A3-AE1250D3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Demostración guiada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18EC8-AEDA-481E-8DBA-586D5A82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972BC-A637-4F1A-A769-1230AF60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44042A-2C3C-43AA-826A-A1EEE683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A4142-8DF0-4F7A-B713-5F4E2C4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05727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minutos = 125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if minutos &lt; 0: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print("Duración inválida")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else: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horas = (minutos + 59) // 60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print(f"Horas: {horas}")</a:t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    print(f"Costo: {horas * 2}")</a:t>
            </a:r>
          </a:p>
        </p:txBody>
      </p:sp>
    </p:spTree>
    <p:extLst>
      <p:ext uri="{BB962C8B-B14F-4D97-AF65-F5344CB8AC3E}">
        <p14:creationId xmlns:p14="http://schemas.microsoft.com/office/powerpoint/2010/main" val="974847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5B761-B14C-4319-A4AB-A12A0A0A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92908-0803-46A5-A9F9-F0B961C6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 esperado y comprobación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18970-7387-4574-A641-D21BD49D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4E78B-D02D-40F1-925C-A5C6939C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615ED-FD62-47A9-A070-CEAEC91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556E3-6EDB-4764-A493-365959B9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6381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Horas: 3</a:t>
            </a:r>
          </a:p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Costo: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23B2B-5325-468A-A27F-2E528D0F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14500"/>
            <a:ext cx="3714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Ejecutar con los datos indicados.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Relacionar cada línea con una instrucción.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Cambiar un dato y anticipar la nueva salida.</a:t>
            </a:r>
          </a:p>
        </p:txBody>
      </p:sp>
    </p:spTree>
    <p:extLst>
      <p:ext uri="{BB962C8B-B14F-4D97-AF65-F5344CB8AC3E}">
        <p14:creationId xmlns:p14="http://schemas.microsoft.com/office/powerpoint/2010/main" val="1319943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A031C-0816-4795-9E9F-FDE36CAC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08A862-5884-46B0-9F7C-D8217246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PC2.1 · Problema y restricciones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794D1-6B1E-40C0-87D6-E89ED086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048AB-5120-4ECE-9655-553CE6A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CE6ED-92E0-4ACC-BC6F-61EED8F3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D0911-A3AE-4509-A04A-A7F5E6A4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572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Diseñar un algoritmo para sumar consumos enteros no negativos hasta recibir -1. Rechazar otros negativos sin acumularlos. Producir pseudocódigo, diagrama y prueba de escritorio. Mostrar cantidad y suma; no calcular promedio cuando no existan datos. Implementar en un lenguaje solo después de comprobar el diseño.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83639-7DAE-4F19-B6C0-7664F70F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Resolver de forma autónoma y registrar evidencia real.</a:t>
            </a:r>
          </a:p>
        </p:txBody>
      </p:sp>
    </p:spTree>
    <p:extLst>
      <p:ext uri="{BB962C8B-B14F-4D97-AF65-F5344CB8AC3E}">
        <p14:creationId xmlns:p14="http://schemas.microsoft.com/office/powerpoint/2010/main" val="1039689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BC4C7-7EDF-4E06-AEF4-60C63004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6BCEF-8159-4971-8ABE-A6A0AAFC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PC2.1 · 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49C9D-C84C-4205-B4C7-0993F0CF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462DB-2107-48C0-A5DD-6AD7CC13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C44D-1EA3-49A0-9682-08669044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D9B5F-F891-4F85-AB40-6CAC3C57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5, 3, -1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D5666-B2D8-4534-A128-3A1B5DDB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1925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2; suma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0C440-F1C8-4516-BCBB-3F87315B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032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A2651-D6E1-4BC4-A8DB-B7D55CE5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00325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cantidad 0; suma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FD00C-BB08-42A5-BE56-B1364CD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-2, 4, -1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CF0D3-8248-42B1-9293-9245614F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rechazar -2; cantidad 1; suma 4</a:t>
            </a:r>
          </a:p>
        </p:txBody>
      </p:sp>
    </p:spTree>
    <p:extLst>
      <p:ext uri="{BB962C8B-B14F-4D97-AF65-F5344CB8AC3E}">
        <p14:creationId xmlns:p14="http://schemas.microsoft.com/office/powerpoint/2010/main" val="10348425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D426F-7901-4F3E-9DA3-DF23890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654DC-8A90-4C1E-A2CA-5D00922B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Lo esencial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B0D9E-DB37-47D8-A3C8-BC38FE20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44284-9D43-4AD2-8181-117EC51D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9EF8F-9FD7-4A9C-8D03-F2B66559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FB6D1-8804-4156-8B2A-BF2B10C5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E07490-D481-44EE-B2BC-0031D8EF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975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Especificar entradas, salidas y restricciones.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BFE3E-FF18-4207-9846-BB9F8CD2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564E6-43F1-4D6B-A3AC-FC103483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Dibujar la condición y el retorno de cada ciclo.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0DBCF-CCEE-4F02-8DB4-28F200A2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13FCB-50CC-4A7B-9CB1-5124F002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91000"/>
            <a:ext cx="9525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Validar con trazas normales y de frontera.</a:t>
            </a:r>
          </a:p>
        </p:txBody>
      </p:sp>
    </p:spTree>
    <p:extLst>
      <p:ext uri="{BB962C8B-B14F-4D97-AF65-F5344CB8AC3E}">
        <p14:creationId xmlns:p14="http://schemas.microsoft.com/office/powerpoint/2010/main" val="286923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2026-09-25T21:15:39.0450000Z</dcterms:created>
  <dcterms:modified xsi:type="dcterms:W3CDTF">2026-09-25T21:15:39.0450000Z</dcterms:modified>
</coreProperties>
</file>